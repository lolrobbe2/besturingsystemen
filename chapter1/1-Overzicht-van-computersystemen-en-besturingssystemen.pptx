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310" r:id="rId2"/>
    <p:sldId id="286" r:id="rId3"/>
    <p:sldId id="257" r:id="rId4"/>
    <p:sldId id="258" r:id="rId5"/>
    <p:sldId id="259" r:id="rId6"/>
    <p:sldId id="295" r:id="rId7"/>
    <p:sldId id="260" r:id="rId8"/>
    <p:sldId id="297" r:id="rId9"/>
    <p:sldId id="298" r:id="rId10"/>
    <p:sldId id="261" r:id="rId11"/>
    <p:sldId id="262" r:id="rId12"/>
    <p:sldId id="296" r:id="rId13"/>
    <p:sldId id="265" r:id="rId14"/>
    <p:sldId id="266" r:id="rId15"/>
    <p:sldId id="267" r:id="rId16"/>
    <p:sldId id="299" r:id="rId17"/>
    <p:sldId id="300" r:id="rId18"/>
    <p:sldId id="270" r:id="rId19"/>
    <p:sldId id="308" r:id="rId20"/>
    <p:sldId id="287" r:id="rId21"/>
    <p:sldId id="272" r:id="rId22"/>
    <p:sldId id="301" r:id="rId23"/>
    <p:sldId id="288" r:id="rId24"/>
    <p:sldId id="289" r:id="rId25"/>
    <p:sldId id="309" r:id="rId26"/>
    <p:sldId id="291" r:id="rId27"/>
    <p:sldId id="273" r:id="rId28"/>
    <p:sldId id="274" r:id="rId29"/>
    <p:sldId id="275" r:id="rId30"/>
    <p:sldId id="303" r:id="rId31"/>
    <p:sldId id="277" r:id="rId32"/>
    <p:sldId id="278" r:id="rId33"/>
    <p:sldId id="280" r:id="rId34"/>
    <p:sldId id="279" r:id="rId35"/>
    <p:sldId id="284" r:id="rId36"/>
    <p:sldId id="281" r:id="rId37"/>
    <p:sldId id="305" r:id="rId38"/>
    <p:sldId id="306" r:id="rId39"/>
    <p:sldId id="282" r:id="rId40"/>
    <p:sldId id="307" r:id="rId41"/>
    <p:sldId id="283" r:id="rId42"/>
    <p:sldId id="311" r:id="rId43"/>
    <p:sldId id="304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50" autoAdjust="0"/>
    <p:restoredTop sz="94705" autoAdjust="0"/>
  </p:normalViewPr>
  <p:slideViewPr>
    <p:cSldViewPr snapToGrid="0">
      <p:cViewPr varScale="1">
        <p:scale>
          <a:sx n="70" d="100"/>
          <a:sy n="70" d="100"/>
        </p:scale>
        <p:origin x="12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Besturingssystemen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447800"/>
            <a:ext cx="8193088" cy="4648200"/>
          </a:xfrm>
        </p:spPr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nl-BE" dirty="0">
                <a:solidFill>
                  <a:srgbClr val="FF0000"/>
                </a:solidFill>
                <a:cs typeface="Courier New"/>
                <a:sym typeface="Mathematica3Mono"/>
              </a:rPr>
              <a:t>I    Architectuur van besturingssystemen </a:t>
            </a:r>
            <a:r>
              <a:rPr lang="nl-BE" dirty="0">
                <a:solidFill>
                  <a:srgbClr val="0070C0"/>
                </a:solidFill>
                <a:cs typeface="Courier New"/>
                <a:sym typeface="Mathematica3Mono"/>
              </a:rPr>
              <a:t>(theorie, 45%)</a:t>
            </a:r>
          </a:p>
          <a:p>
            <a:pPr>
              <a:buFontTx/>
              <a:buNone/>
              <a:defRPr/>
            </a:pPr>
            <a:r>
              <a:rPr lang="nl-BE" dirty="0">
                <a:solidFill>
                  <a:srgbClr val="0070C0"/>
                </a:solidFill>
                <a:cs typeface="Courier New"/>
                <a:sym typeface="Mathematica3Mono"/>
              </a:rPr>
              <a:t>     </a:t>
            </a:r>
            <a:endParaRPr lang="nl-BE" dirty="0">
              <a:solidFill>
                <a:srgbClr val="0070C0"/>
              </a:solidFill>
            </a:endParaRPr>
          </a:p>
          <a:p>
            <a:pPr>
              <a:buFontTx/>
              <a:buNone/>
              <a:defRPr/>
            </a:pPr>
            <a:r>
              <a:rPr lang="nl-BE" dirty="0">
                <a:solidFill>
                  <a:srgbClr val="FF0000"/>
                </a:solidFill>
                <a:cs typeface="Courier New"/>
                <a:sym typeface="Mathematica3Mono"/>
              </a:rPr>
              <a:t>II  Unix/Linux </a:t>
            </a:r>
            <a:r>
              <a:rPr lang="nl-BE" dirty="0">
                <a:solidFill>
                  <a:srgbClr val="0070C0"/>
                </a:solidFill>
                <a:cs typeface="Courier New"/>
                <a:sym typeface="Mathematica3Mono"/>
              </a:rPr>
              <a:t>(labo, 55%)</a:t>
            </a:r>
            <a:endParaRPr lang="nl-BE" dirty="0">
              <a:solidFill>
                <a:srgbClr val="FF0000"/>
              </a:solidFill>
              <a:cs typeface="Courier New"/>
              <a:sym typeface="Mathematica3Mono"/>
            </a:endParaRPr>
          </a:p>
          <a:p>
            <a:pPr lvl="2">
              <a:spcBef>
                <a:spcPts val="300"/>
              </a:spcBef>
              <a:buFont typeface="Arial" pitchFamily="34" charset="0"/>
              <a:buChar char="•"/>
              <a:defRPr/>
            </a:pPr>
            <a:r>
              <a:rPr lang="nl-BE" sz="2800" kern="1200">
                <a:solidFill>
                  <a:srgbClr val="0070C0"/>
                </a:solidFill>
                <a:ea typeface="+mn-ea"/>
                <a:cs typeface="Courier New" pitchFamily="49" charset="0"/>
              </a:rPr>
              <a:t>Linux </a:t>
            </a:r>
            <a:r>
              <a:rPr lang="nl-BE" sz="2800" kern="1200" dirty="0">
                <a:solidFill>
                  <a:srgbClr val="0070C0"/>
                </a:solidFill>
                <a:ea typeface="+mn-ea"/>
                <a:cs typeface="Courier New" pitchFamily="49" charset="0"/>
              </a:rPr>
              <a:t>commando’s</a:t>
            </a:r>
          </a:p>
          <a:p>
            <a:pPr lvl="2">
              <a:spcBef>
                <a:spcPts val="300"/>
              </a:spcBef>
              <a:buFont typeface="Arial" pitchFamily="34" charset="0"/>
              <a:buChar char="•"/>
              <a:defRPr/>
            </a:pPr>
            <a:r>
              <a:rPr lang="nl-BE" sz="2800" kern="1200" dirty="0" err="1">
                <a:solidFill>
                  <a:srgbClr val="0070C0"/>
                </a:solidFill>
                <a:ea typeface="+mn-ea"/>
                <a:cs typeface="Courier New" pitchFamily="49" charset="0"/>
              </a:rPr>
              <a:t>Bash</a:t>
            </a:r>
            <a:r>
              <a:rPr lang="nl-BE" sz="2800" kern="1200" dirty="0">
                <a:solidFill>
                  <a:srgbClr val="0070C0"/>
                </a:solidFill>
                <a:ea typeface="+mn-ea"/>
                <a:cs typeface="Courier New" pitchFamily="49" charset="0"/>
              </a:rPr>
              <a:t> scripts</a:t>
            </a:r>
          </a:p>
          <a:p>
            <a:pPr lvl="2">
              <a:spcBef>
                <a:spcPts val="300"/>
              </a:spcBef>
              <a:buFont typeface="Arial" pitchFamily="34" charset="0"/>
              <a:buChar char="•"/>
              <a:defRPr/>
            </a:pPr>
            <a:r>
              <a:rPr lang="nl-BE" sz="2800" kern="1200" dirty="0">
                <a:solidFill>
                  <a:srgbClr val="0070C0"/>
                </a:solidFill>
                <a:ea typeface="+mn-ea"/>
                <a:cs typeface="Courier New" pitchFamily="49" charset="0"/>
              </a:rPr>
              <a:t>Programmeren systeemaanroepen (in C)</a:t>
            </a:r>
          </a:p>
          <a:p>
            <a:pPr>
              <a:defRPr/>
            </a:pPr>
            <a:endParaRPr lang="nl-B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overzicht besturingssystemen</a:t>
            </a:r>
          </a:p>
        </p:txBody>
      </p:sp>
      <p:sp>
        <p:nvSpPr>
          <p:cNvPr id="1116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895850"/>
          </a:xfrm>
        </p:spPr>
        <p:txBody>
          <a:bodyPr>
            <a:spAutoFit/>
          </a:bodyPr>
          <a:lstStyle/>
          <a:p>
            <a:r>
              <a:rPr lang="nl-NL"/>
              <a:t>basisbegrippen computerarchitectuur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instructiecyclus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kernelmodus </a:t>
            </a:r>
            <a:r>
              <a:rPr lang="nl-NL">
                <a:solidFill>
                  <a:srgbClr val="FF0000"/>
                </a:solidFill>
                <a:cs typeface="Times New Roman" pitchFamily="18" charset="0"/>
              </a:rPr>
              <a:t>↔</a:t>
            </a:r>
            <a:r>
              <a:rPr lang="nl-NL">
                <a:solidFill>
                  <a:srgbClr val="FF0000"/>
                </a:solidFill>
              </a:rPr>
              <a:t> gebruikersmodus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input/output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interrupts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geheugenhiërarchie</a:t>
            </a:r>
            <a:endParaRPr lang="nl-NL"/>
          </a:p>
          <a:p>
            <a:r>
              <a:rPr lang="nl-NL"/>
              <a:t>doel en functie</a:t>
            </a:r>
          </a:p>
          <a:p>
            <a:r>
              <a:rPr lang="nl-NL"/>
              <a:t>kenmerken van moderne besturingssystemen</a:t>
            </a:r>
          </a:p>
          <a:p>
            <a:r>
              <a:rPr lang="nl-NL"/>
              <a:t>overzicht Windows NT &amp; Unix/Linux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075" y="684213"/>
            <a:ext cx="8199438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81" name="Picture 4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075" y="684213"/>
            <a:ext cx="8199438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84" name="Picture 5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775" y="549275"/>
            <a:ext cx="5978525" cy="197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86" name="Picture 5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5038" y="3067050"/>
            <a:ext cx="2805112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123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3688" y="260350"/>
            <a:ext cx="6016625" cy="655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70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3688" y="260350"/>
            <a:ext cx="6016625" cy="655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71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3688" y="260350"/>
            <a:ext cx="6016625" cy="655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72" name="Picture 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63688" y="260350"/>
            <a:ext cx="6016625" cy="655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73" name="Picture 1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63688" y="260350"/>
            <a:ext cx="6016625" cy="655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4363" y="254000"/>
            <a:ext cx="5373687" cy="634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147" name="Group 8"/>
          <p:cNvGrpSpPr>
            <a:grpSpLocks/>
          </p:cNvGrpSpPr>
          <p:nvPr/>
        </p:nvGrpSpPr>
        <p:grpSpPr bwMode="auto">
          <a:xfrm>
            <a:off x="2212975" y="5616575"/>
            <a:ext cx="4275138" cy="898525"/>
            <a:chOff x="1394" y="3546"/>
            <a:chExt cx="2693" cy="563"/>
          </a:xfrm>
        </p:grpSpPr>
        <p:sp>
          <p:nvSpPr>
            <p:cNvPr id="6150" name="Rectangle 5"/>
            <p:cNvSpPr>
              <a:spLocks noChangeArrowheads="1"/>
            </p:cNvSpPr>
            <p:nvPr/>
          </p:nvSpPr>
          <p:spPr bwMode="auto">
            <a:xfrm>
              <a:off x="1402" y="3912"/>
              <a:ext cx="2681" cy="197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6151" name="Rectangle 6"/>
            <p:cNvSpPr>
              <a:spLocks noChangeArrowheads="1"/>
            </p:cNvSpPr>
            <p:nvPr/>
          </p:nvSpPr>
          <p:spPr bwMode="auto">
            <a:xfrm>
              <a:off x="1394" y="3546"/>
              <a:ext cx="2693" cy="191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6148" name="Rectangle 7"/>
          <p:cNvSpPr>
            <a:spLocks noChangeArrowheads="1"/>
          </p:cNvSpPr>
          <p:nvPr/>
        </p:nvSpPr>
        <p:spPr bwMode="auto">
          <a:xfrm>
            <a:off x="2220913" y="2913063"/>
            <a:ext cx="4275137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075" y="684213"/>
            <a:ext cx="8199438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075" y="684213"/>
            <a:ext cx="8199438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8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075" y="684213"/>
            <a:ext cx="8199438" cy="54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I/O</a:t>
            </a:r>
          </a:p>
        </p:txBody>
      </p:sp>
      <p:pic>
        <p:nvPicPr>
          <p:cNvPr id="8195" name="Picture 3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850" y="962025"/>
            <a:ext cx="8751888" cy="511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37" name="Picture 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0" y="962025"/>
            <a:ext cx="8751888" cy="511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38" name="Picture 3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6850" y="963613"/>
            <a:ext cx="8751888" cy="511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39" name="Picture 3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6850" y="963613"/>
            <a:ext cx="8751888" cy="511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40" name="Picture 3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6850" y="963613"/>
            <a:ext cx="8751888" cy="511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41" name="Picture 3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6850" y="963613"/>
            <a:ext cx="8751888" cy="511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45" name="Freeform 41"/>
          <p:cNvSpPr>
            <a:spLocks noChangeAspect="1"/>
          </p:cNvSpPr>
          <p:nvPr/>
        </p:nvSpPr>
        <p:spPr bwMode="auto">
          <a:xfrm>
            <a:off x="4606925" y="4081463"/>
            <a:ext cx="3608388" cy="1435100"/>
          </a:xfrm>
          <a:custGeom>
            <a:avLst/>
            <a:gdLst>
              <a:gd name="T0" fmla="*/ 0 w 3638"/>
              <a:gd name="T1" fmla="*/ 2147483647 h 1466"/>
              <a:gd name="T2" fmla="*/ 2147483647 w 3638"/>
              <a:gd name="T3" fmla="*/ 2147483647 h 1466"/>
              <a:gd name="T4" fmla="*/ 0 60000 65536"/>
              <a:gd name="T5" fmla="*/ 0 60000 65536"/>
              <a:gd name="T6" fmla="*/ 0 w 3638"/>
              <a:gd name="T7" fmla="*/ 0 h 1466"/>
              <a:gd name="T8" fmla="*/ 3638 w 3638"/>
              <a:gd name="T9" fmla="*/ 1466 h 14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38" h="1466">
                <a:moveTo>
                  <a:pt x="0" y="141"/>
                </a:moveTo>
                <a:cubicBezTo>
                  <a:pt x="1067" y="1466"/>
                  <a:pt x="2648" y="0"/>
                  <a:pt x="3638" y="108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dash"/>
            <a:round/>
            <a:headEnd/>
            <a:tailEnd type="stealth" w="lg" len="lg"/>
          </a:ln>
        </p:spPr>
        <p:txBody>
          <a:bodyPr/>
          <a:lstStyle/>
          <a:p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Interrupts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3" y="2333625"/>
            <a:ext cx="9097962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3" y="2333625"/>
            <a:ext cx="9097962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Interrupts</a:t>
            </a:r>
          </a:p>
        </p:txBody>
      </p:sp>
      <p:pic>
        <p:nvPicPr>
          <p:cNvPr id="1024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1196975"/>
            <a:ext cx="874395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75" y="1196975"/>
            <a:ext cx="874395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75" y="1196975"/>
            <a:ext cx="874395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6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75" y="1196975"/>
            <a:ext cx="874395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6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75" y="1196975"/>
            <a:ext cx="874395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62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175" y="1196975"/>
            <a:ext cx="8745538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Interrupts en I/O</a:t>
            </a:r>
          </a:p>
        </p:txBody>
      </p:sp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2" cstate="print"/>
          <a:srcRect r="66383"/>
          <a:stretch>
            <a:fillRect/>
          </a:stretch>
        </p:blipFill>
        <p:spPr bwMode="auto">
          <a:xfrm>
            <a:off x="358775" y="1484313"/>
            <a:ext cx="2125663" cy="388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 cstate="print"/>
          <a:srcRect l="33220" r="33733"/>
          <a:stretch>
            <a:fillRect/>
          </a:stretch>
        </p:blipFill>
        <p:spPr bwMode="auto">
          <a:xfrm>
            <a:off x="2878138" y="1484313"/>
            <a:ext cx="2089150" cy="388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037138" y="1271588"/>
            <a:ext cx="1781175" cy="4311650"/>
            <a:chOff x="3173" y="801"/>
            <a:chExt cx="1122" cy="2716"/>
          </a:xfrm>
        </p:grpSpPr>
        <p:pic>
          <p:nvPicPr>
            <p:cNvPr id="11271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r="53151"/>
            <a:stretch>
              <a:fillRect/>
            </a:stretch>
          </p:blipFill>
          <p:spPr bwMode="auto">
            <a:xfrm>
              <a:off x="3173" y="801"/>
              <a:ext cx="1122" cy="27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2" name="Rectangle 7"/>
            <p:cNvSpPr>
              <a:spLocks noChangeArrowheads="1"/>
            </p:cNvSpPr>
            <p:nvPr/>
          </p:nvSpPr>
          <p:spPr bwMode="auto">
            <a:xfrm>
              <a:off x="3412" y="1291"/>
              <a:ext cx="345" cy="217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1273" name="Rectangle 8"/>
            <p:cNvSpPr>
              <a:spLocks noChangeArrowheads="1"/>
            </p:cNvSpPr>
            <p:nvPr/>
          </p:nvSpPr>
          <p:spPr bwMode="auto">
            <a:xfrm>
              <a:off x="3410" y="2379"/>
              <a:ext cx="345" cy="210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pic>
        <p:nvPicPr>
          <p:cNvPr id="62473" name="Picture 9"/>
          <p:cNvPicPr>
            <a:picLocks noChangeAspect="1" noChangeArrowheads="1"/>
          </p:cNvPicPr>
          <p:nvPr/>
        </p:nvPicPr>
        <p:blipFill>
          <a:blip r:embed="rId3" cstate="print"/>
          <a:srcRect l="53151"/>
          <a:stretch>
            <a:fillRect/>
          </a:stretch>
        </p:blipFill>
        <p:spPr bwMode="auto">
          <a:xfrm>
            <a:off x="7058025" y="1271588"/>
            <a:ext cx="1779588" cy="431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Interrupts en I/O</a:t>
            </a:r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2" cstate="print"/>
          <a:srcRect r="66383"/>
          <a:stretch>
            <a:fillRect/>
          </a:stretch>
        </p:blipFill>
        <p:spPr bwMode="auto">
          <a:xfrm>
            <a:off x="358775" y="1484313"/>
            <a:ext cx="2125663" cy="388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7"/>
          <p:cNvPicPr>
            <a:picLocks noChangeAspect="1" noChangeArrowheads="1"/>
          </p:cNvPicPr>
          <p:nvPr/>
        </p:nvPicPr>
        <p:blipFill>
          <a:blip r:embed="rId3" cstate="print"/>
          <a:srcRect r="52835"/>
          <a:stretch>
            <a:fillRect/>
          </a:stretch>
        </p:blipFill>
        <p:spPr bwMode="auto">
          <a:xfrm>
            <a:off x="5037138" y="998538"/>
            <a:ext cx="179705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8"/>
          <p:cNvSpPr>
            <a:spLocks noChangeArrowheads="1"/>
          </p:cNvSpPr>
          <p:nvPr/>
        </p:nvSpPr>
        <p:spPr bwMode="auto">
          <a:xfrm>
            <a:off x="5397500" y="1779588"/>
            <a:ext cx="579438" cy="696912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12294" name="Rectangle 10"/>
          <p:cNvSpPr>
            <a:spLocks noChangeArrowheads="1"/>
          </p:cNvSpPr>
          <p:nvPr/>
        </p:nvSpPr>
        <p:spPr bwMode="auto">
          <a:xfrm>
            <a:off x="5405438" y="3836988"/>
            <a:ext cx="579437" cy="696912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7051675" y="998538"/>
            <a:ext cx="1797050" cy="4857750"/>
            <a:chOff x="4442" y="629"/>
            <a:chExt cx="1132" cy="3060"/>
          </a:xfrm>
        </p:grpSpPr>
        <p:pic>
          <p:nvPicPr>
            <p:cNvPr id="12297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 l="52835"/>
            <a:stretch>
              <a:fillRect/>
            </a:stretch>
          </p:blipFill>
          <p:spPr bwMode="auto">
            <a:xfrm>
              <a:off x="4442" y="629"/>
              <a:ext cx="1132" cy="30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8" name="Rectangle 11"/>
            <p:cNvSpPr>
              <a:spLocks noChangeArrowheads="1"/>
            </p:cNvSpPr>
            <p:nvPr/>
          </p:nvSpPr>
          <p:spPr bwMode="auto">
            <a:xfrm>
              <a:off x="4779" y="1463"/>
              <a:ext cx="353" cy="35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2299" name="Rectangle 12"/>
            <p:cNvSpPr>
              <a:spLocks noChangeArrowheads="1"/>
            </p:cNvSpPr>
            <p:nvPr/>
          </p:nvSpPr>
          <p:spPr bwMode="auto">
            <a:xfrm>
              <a:off x="4784" y="2596"/>
              <a:ext cx="353" cy="35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pic>
        <p:nvPicPr>
          <p:cNvPr id="63501" name="Picture 13"/>
          <p:cNvPicPr>
            <a:picLocks noChangeAspect="1" noChangeArrowheads="1"/>
          </p:cNvPicPr>
          <p:nvPr/>
        </p:nvPicPr>
        <p:blipFill>
          <a:blip r:embed="rId2" cstate="print"/>
          <a:srcRect l="65813"/>
          <a:stretch>
            <a:fillRect/>
          </a:stretch>
        </p:blipFill>
        <p:spPr bwMode="auto">
          <a:xfrm>
            <a:off x="2878138" y="1487488"/>
            <a:ext cx="2159000" cy="387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3" y="2333625"/>
            <a:ext cx="9097962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3" y="2333625"/>
            <a:ext cx="9097962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instructiecyclus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32"/>
          <p:cNvGrpSpPr>
            <a:grpSpLocks/>
          </p:cNvGrpSpPr>
          <p:nvPr/>
        </p:nvGrpSpPr>
        <p:grpSpPr bwMode="auto">
          <a:xfrm>
            <a:off x="1722438" y="1536700"/>
            <a:ext cx="5697537" cy="3784600"/>
            <a:chOff x="1085" y="968"/>
            <a:chExt cx="3589" cy="2384"/>
          </a:xfrm>
        </p:grpSpPr>
        <p:pic>
          <p:nvPicPr>
            <p:cNvPr id="14372" name="Picture 1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85" y="968"/>
              <a:ext cx="3589" cy="238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4373" name="Rectangle 15"/>
            <p:cNvSpPr>
              <a:spLocks noChangeArrowheads="1"/>
            </p:cNvSpPr>
            <p:nvPr/>
          </p:nvSpPr>
          <p:spPr bwMode="auto">
            <a:xfrm>
              <a:off x="1097" y="1301"/>
              <a:ext cx="727" cy="744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722438" y="1536700"/>
            <a:ext cx="5697537" cy="3784600"/>
            <a:chOff x="1085" y="968"/>
            <a:chExt cx="3589" cy="2384"/>
          </a:xfrm>
        </p:grpSpPr>
        <p:grpSp>
          <p:nvGrpSpPr>
            <p:cNvPr id="14368" name="Group 33"/>
            <p:cNvGrpSpPr>
              <a:grpSpLocks/>
            </p:cNvGrpSpPr>
            <p:nvPr/>
          </p:nvGrpSpPr>
          <p:grpSpPr bwMode="auto">
            <a:xfrm>
              <a:off x="1085" y="968"/>
              <a:ext cx="3589" cy="2384"/>
              <a:chOff x="1085" y="968"/>
              <a:chExt cx="3589" cy="2384"/>
            </a:xfrm>
          </p:grpSpPr>
          <p:pic>
            <p:nvPicPr>
              <p:cNvPr id="14370" name="Picture 34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085" y="968"/>
                <a:ext cx="3589" cy="2384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</p:pic>
          <p:sp>
            <p:nvSpPr>
              <p:cNvPr id="14371" name="Rectangle 35"/>
              <p:cNvSpPr>
                <a:spLocks noChangeArrowheads="1"/>
              </p:cNvSpPr>
              <p:nvPr/>
            </p:nvSpPr>
            <p:spPr bwMode="auto">
              <a:xfrm>
                <a:off x="1097" y="1301"/>
                <a:ext cx="727" cy="744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4369" name="Rectangle 6"/>
            <p:cNvSpPr>
              <a:spLocks noChangeArrowheads="1"/>
            </p:cNvSpPr>
            <p:nvPr/>
          </p:nvSpPr>
          <p:spPr bwMode="auto">
            <a:xfrm>
              <a:off x="2614" y="1304"/>
              <a:ext cx="582" cy="45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722438" y="1536700"/>
            <a:ext cx="5697537" cy="3784600"/>
            <a:chOff x="1085" y="968"/>
            <a:chExt cx="3589" cy="2384"/>
          </a:xfrm>
        </p:grpSpPr>
        <p:grpSp>
          <p:nvGrpSpPr>
            <p:cNvPr id="14362" name="Group 37"/>
            <p:cNvGrpSpPr>
              <a:grpSpLocks/>
            </p:cNvGrpSpPr>
            <p:nvPr/>
          </p:nvGrpSpPr>
          <p:grpSpPr bwMode="auto">
            <a:xfrm>
              <a:off x="1085" y="968"/>
              <a:ext cx="3589" cy="2384"/>
              <a:chOff x="1085" y="968"/>
              <a:chExt cx="3589" cy="2384"/>
            </a:xfrm>
          </p:grpSpPr>
          <p:grpSp>
            <p:nvGrpSpPr>
              <p:cNvPr id="14364" name="Group 38"/>
              <p:cNvGrpSpPr>
                <a:grpSpLocks/>
              </p:cNvGrpSpPr>
              <p:nvPr/>
            </p:nvGrpSpPr>
            <p:grpSpPr bwMode="auto">
              <a:xfrm>
                <a:off x="1085" y="968"/>
                <a:ext cx="3589" cy="2384"/>
                <a:chOff x="1085" y="968"/>
                <a:chExt cx="3589" cy="2384"/>
              </a:xfrm>
            </p:grpSpPr>
            <p:pic>
              <p:nvPicPr>
                <p:cNvPr id="14366" name="Picture 39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085" y="968"/>
                  <a:ext cx="3589" cy="2384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</p:pic>
            <p:sp>
              <p:nvSpPr>
                <p:cNvPr id="14367" name="Rectangle 40"/>
                <p:cNvSpPr>
                  <a:spLocks noChangeArrowheads="1"/>
                </p:cNvSpPr>
                <p:nvPr/>
              </p:nvSpPr>
              <p:spPr bwMode="auto">
                <a:xfrm>
                  <a:off x="1097" y="1301"/>
                  <a:ext cx="727" cy="744"/>
                </a:xfrm>
                <a:prstGeom prst="rect">
                  <a:avLst/>
                </a:prstGeom>
                <a:solidFill>
                  <a:srgbClr val="FFFF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4365" name="Rectangle 41"/>
              <p:cNvSpPr>
                <a:spLocks noChangeArrowheads="1"/>
              </p:cNvSpPr>
              <p:nvPr/>
            </p:nvSpPr>
            <p:spPr bwMode="auto">
              <a:xfrm>
                <a:off x="2614" y="1304"/>
                <a:ext cx="582" cy="45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4363" name="Rectangle 10"/>
            <p:cNvSpPr>
              <a:spLocks noChangeArrowheads="1"/>
            </p:cNvSpPr>
            <p:nvPr/>
          </p:nvSpPr>
          <p:spPr bwMode="auto">
            <a:xfrm>
              <a:off x="2613" y="1714"/>
              <a:ext cx="582" cy="45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1722438" y="1536700"/>
            <a:ext cx="5697537" cy="3784600"/>
            <a:chOff x="1085" y="968"/>
            <a:chExt cx="3589" cy="2384"/>
          </a:xfrm>
        </p:grpSpPr>
        <p:grpSp>
          <p:nvGrpSpPr>
            <p:cNvPr id="14354" name="Group 43"/>
            <p:cNvGrpSpPr>
              <a:grpSpLocks/>
            </p:cNvGrpSpPr>
            <p:nvPr/>
          </p:nvGrpSpPr>
          <p:grpSpPr bwMode="auto">
            <a:xfrm>
              <a:off x="1085" y="968"/>
              <a:ext cx="3589" cy="2384"/>
              <a:chOff x="1085" y="968"/>
              <a:chExt cx="3589" cy="2384"/>
            </a:xfrm>
          </p:grpSpPr>
          <p:grpSp>
            <p:nvGrpSpPr>
              <p:cNvPr id="14356" name="Group 44"/>
              <p:cNvGrpSpPr>
                <a:grpSpLocks/>
              </p:cNvGrpSpPr>
              <p:nvPr/>
            </p:nvGrpSpPr>
            <p:grpSpPr bwMode="auto">
              <a:xfrm>
                <a:off x="1085" y="968"/>
                <a:ext cx="3589" cy="2384"/>
                <a:chOff x="1085" y="968"/>
                <a:chExt cx="3589" cy="2384"/>
              </a:xfrm>
            </p:grpSpPr>
            <p:grpSp>
              <p:nvGrpSpPr>
                <p:cNvPr id="14358" name="Group 45"/>
                <p:cNvGrpSpPr>
                  <a:grpSpLocks/>
                </p:cNvGrpSpPr>
                <p:nvPr/>
              </p:nvGrpSpPr>
              <p:grpSpPr bwMode="auto">
                <a:xfrm>
                  <a:off x="1085" y="968"/>
                  <a:ext cx="3589" cy="2384"/>
                  <a:chOff x="1085" y="968"/>
                  <a:chExt cx="3589" cy="2384"/>
                </a:xfrm>
              </p:grpSpPr>
              <p:pic>
                <p:nvPicPr>
                  <p:cNvPr id="14360" name="Picture 46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085" y="968"/>
                    <a:ext cx="3589" cy="2384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</p:spPr>
              </p:pic>
              <p:sp>
                <p:nvSpPr>
                  <p:cNvPr id="14361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097" y="1301"/>
                    <a:ext cx="727" cy="744"/>
                  </a:xfrm>
                  <a:prstGeom prst="rect">
                    <a:avLst/>
                  </a:prstGeom>
                  <a:solidFill>
                    <a:srgbClr val="FFFF00">
                      <a:alpha val="50195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4359" name="Rectangle 48"/>
                <p:cNvSpPr>
                  <a:spLocks noChangeArrowheads="1"/>
                </p:cNvSpPr>
                <p:nvPr/>
              </p:nvSpPr>
              <p:spPr bwMode="auto">
                <a:xfrm>
                  <a:off x="2614" y="1304"/>
                  <a:ext cx="582" cy="45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4357" name="Rectangle 49"/>
              <p:cNvSpPr>
                <a:spLocks noChangeArrowheads="1"/>
              </p:cNvSpPr>
              <p:nvPr/>
            </p:nvSpPr>
            <p:spPr bwMode="auto">
              <a:xfrm>
                <a:off x="2613" y="1714"/>
                <a:ext cx="582" cy="45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4355" name="Rectangle 7"/>
            <p:cNvSpPr>
              <a:spLocks noChangeArrowheads="1"/>
            </p:cNvSpPr>
            <p:nvPr/>
          </p:nvSpPr>
          <p:spPr bwMode="auto">
            <a:xfrm>
              <a:off x="4054" y="2450"/>
              <a:ext cx="582" cy="86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12" name="Group 60"/>
          <p:cNvGrpSpPr>
            <a:grpSpLocks/>
          </p:cNvGrpSpPr>
          <p:nvPr/>
        </p:nvGrpSpPr>
        <p:grpSpPr bwMode="auto">
          <a:xfrm>
            <a:off x="1722438" y="1536700"/>
            <a:ext cx="5697537" cy="3784600"/>
            <a:chOff x="1085" y="968"/>
            <a:chExt cx="3589" cy="2384"/>
          </a:xfrm>
        </p:grpSpPr>
        <p:grpSp>
          <p:nvGrpSpPr>
            <p:cNvPr id="14344" name="Group 51"/>
            <p:cNvGrpSpPr>
              <a:grpSpLocks/>
            </p:cNvGrpSpPr>
            <p:nvPr/>
          </p:nvGrpSpPr>
          <p:grpSpPr bwMode="auto">
            <a:xfrm>
              <a:off x="1085" y="968"/>
              <a:ext cx="3589" cy="2384"/>
              <a:chOff x="1085" y="968"/>
              <a:chExt cx="3589" cy="2384"/>
            </a:xfrm>
          </p:grpSpPr>
          <p:grpSp>
            <p:nvGrpSpPr>
              <p:cNvPr id="14346" name="Group 52"/>
              <p:cNvGrpSpPr>
                <a:grpSpLocks/>
              </p:cNvGrpSpPr>
              <p:nvPr/>
            </p:nvGrpSpPr>
            <p:grpSpPr bwMode="auto">
              <a:xfrm>
                <a:off x="1085" y="968"/>
                <a:ext cx="3589" cy="2384"/>
                <a:chOff x="1085" y="968"/>
                <a:chExt cx="3589" cy="2384"/>
              </a:xfrm>
            </p:grpSpPr>
            <p:grpSp>
              <p:nvGrpSpPr>
                <p:cNvPr id="14348" name="Group 53"/>
                <p:cNvGrpSpPr>
                  <a:grpSpLocks/>
                </p:cNvGrpSpPr>
                <p:nvPr/>
              </p:nvGrpSpPr>
              <p:grpSpPr bwMode="auto">
                <a:xfrm>
                  <a:off x="1085" y="968"/>
                  <a:ext cx="3589" cy="2384"/>
                  <a:chOff x="1085" y="968"/>
                  <a:chExt cx="3589" cy="2384"/>
                </a:xfrm>
              </p:grpSpPr>
              <p:grpSp>
                <p:nvGrpSpPr>
                  <p:cNvPr id="14350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1085" y="968"/>
                    <a:ext cx="3589" cy="2384"/>
                    <a:chOff x="1085" y="968"/>
                    <a:chExt cx="3589" cy="2384"/>
                  </a:xfrm>
                </p:grpSpPr>
                <p:pic>
                  <p:nvPicPr>
                    <p:cNvPr id="14352" name="Picture 55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1085" y="968"/>
                      <a:ext cx="3589" cy="2384"/>
                    </a:xfrm>
                    <a:prstGeom prst="rect">
                      <a:avLst/>
                    </a:prstGeom>
                    <a:noFill/>
                    <a:ln w="12700" cap="sq">
                      <a:noFill/>
                      <a:miter lim="800000"/>
                      <a:headEnd type="none" w="sm" len="sm"/>
                      <a:tailEnd type="none" w="sm" len="sm"/>
                    </a:ln>
                  </p:spPr>
                </p:pic>
                <p:sp>
                  <p:nvSpPr>
                    <p:cNvPr id="14353" name="Rectangl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97" y="1301"/>
                      <a:ext cx="727" cy="744"/>
                    </a:xfrm>
                    <a:prstGeom prst="rect">
                      <a:avLst/>
                    </a:prstGeom>
                    <a:solidFill>
                      <a:srgbClr val="FFFF00">
                        <a:alpha val="50195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nl-BE"/>
                    </a:p>
                  </p:txBody>
                </p:sp>
              </p:grpSp>
              <p:sp>
                <p:nvSpPr>
                  <p:cNvPr id="14351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614" y="1304"/>
                    <a:ext cx="582" cy="452"/>
                  </a:xfrm>
                  <a:prstGeom prst="rect">
                    <a:avLst/>
                  </a:prstGeom>
                  <a:solidFill>
                    <a:schemeClr val="accent1">
                      <a:alpha val="50195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4349" name="Rectangle 58"/>
                <p:cNvSpPr>
                  <a:spLocks noChangeArrowheads="1"/>
                </p:cNvSpPr>
                <p:nvPr/>
              </p:nvSpPr>
              <p:spPr bwMode="auto">
                <a:xfrm>
                  <a:off x="2613" y="1714"/>
                  <a:ext cx="582" cy="45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4347" name="Rectangle 59"/>
              <p:cNvSpPr>
                <a:spLocks noChangeArrowheads="1"/>
              </p:cNvSpPr>
              <p:nvPr/>
            </p:nvSpPr>
            <p:spPr bwMode="auto">
              <a:xfrm>
                <a:off x="4054" y="2450"/>
                <a:ext cx="582" cy="862"/>
              </a:xfrm>
              <a:prstGeom prst="rect">
                <a:avLst/>
              </a:prstGeom>
              <a:solidFill>
                <a:srgbClr val="FF00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1095" y="2050"/>
              <a:ext cx="727" cy="1279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143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0"/>
          <p:cNvGrpSpPr>
            <a:grpSpLocks/>
          </p:cNvGrpSpPr>
          <p:nvPr/>
        </p:nvGrpSpPr>
        <p:grpSpPr bwMode="auto">
          <a:xfrm>
            <a:off x="1538288" y="1411288"/>
            <a:ext cx="6067425" cy="4033837"/>
            <a:chOff x="969" y="889"/>
            <a:chExt cx="3822" cy="2541"/>
          </a:xfrm>
        </p:grpSpPr>
        <p:pic>
          <p:nvPicPr>
            <p:cNvPr id="1539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9" y="889"/>
              <a:ext cx="3822" cy="254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5397" name="Rectangle 8"/>
            <p:cNvSpPr>
              <a:spLocks noChangeArrowheads="1"/>
            </p:cNvSpPr>
            <p:nvPr/>
          </p:nvSpPr>
          <p:spPr bwMode="auto">
            <a:xfrm>
              <a:off x="986" y="1242"/>
              <a:ext cx="779" cy="744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536700" y="1409700"/>
            <a:ext cx="6067425" cy="4033838"/>
            <a:chOff x="968" y="888"/>
            <a:chExt cx="3822" cy="2541"/>
          </a:xfrm>
        </p:grpSpPr>
        <p:grpSp>
          <p:nvGrpSpPr>
            <p:cNvPr id="15392" name="Group 11"/>
            <p:cNvGrpSpPr>
              <a:grpSpLocks/>
            </p:cNvGrpSpPr>
            <p:nvPr/>
          </p:nvGrpSpPr>
          <p:grpSpPr bwMode="auto">
            <a:xfrm>
              <a:off x="968" y="888"/>
              <a:ext cx="3822" cy="2541"/>
              <a:chOff x="969" y="889"/>
              <a:chExt cx="3822" cy="2541"/>
            </a:xfrm>
          </p:grpSpPr>
          <p:pic>
            <p:nvPicPr>
              <p:cNvPr id="15394" name="Picture 1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969" y="889"/>
                <a:ext cx="3822" cy="2541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</p:pic>
          <p:sp>
            <p:nvSpPr>
              <p:cNvPr id="15395" name="Rectangle 13"/>
              <p:cNvSpPr>
                <a:spLocks noChangeArrowheads="1"/>
              </p:cNvSpPr>
              <p:nvPr/>
            </p:nvSpPr>
            <p:spPr bwMode="auto">
              <a:xfrm>
                <a:off x="986" y="1242"/>
                <a:ext cx="779" cy="744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5393" name="Rectangle 5"/>
            <p:cNvSpPr>
              <a:spLocks noChangeArrowheads="1"/>
            </p:cNvSpPr>
            <p:nvPr/>
          </p:nvSpPr>
          <p:spPr bwMode="auto">
            <a:xfrm>
              <a:off x="2607" y="1238"/>
              <a:ext cx="614" cy="50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536700" y="1409700"/>
            <a:ext cx="6067425" cy="4033838"/>
            <a:chOff x="968" y="888"/>
            <a:chExt cx="3822" cy="2541"/>
          </a:xfrm>
        </p:grpSpPr>
        <p:grpSp>
          <p:nvGrpSpPr>
            <p:cNvPr id="15386" name="Group 15"/>
            <p:cNvGrpSpPr>
              <a:grpSpLocks/>
            </p:cNvGrpSpPr>
            <p:nvPr/>
          </p:nvGrpSpPr>
          <p:grpSpPr bwMode="auto">
            <a:xfrm>
              <a:off x="968" y="888"/>
              <a:ext cx="3822" cy="2541"/>
              <a:chOff x="968" y="888"/>
              <a:chExt cx="3822" cy="2541"/>
            </a:xfrm>
          </p:grpSpPr>
          <p:grpSp>
            <p:nvGrpSpPr>
              <p:cNvPr id="15388" name="Group 16"/>
              <p:cNvGrpSpPr>
                <a:grpSpLocks/>
              </p:cNvGrpSpPr>
              <p:nvPr/>
            </p:nvGrpSpPr>
            <p:grpSpPr bwMode="auto">
              <a:xfrm>
                <a:off x="968" y="888"/>
                <a:ext cx="3822" cy="2541"/>
                <a:chOff x="969" y="889"/>
                <a:chExt cx="3822" cy="2541"/>
              </a:xfrm>
            </p:grpSpPr>
            <p:pic>
              <p:nvPicPr>
                <p:cNvPr id="15390" name="Picture 17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969" y="889"/>
                  <a:ext cx="3822" cy="2541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  <a:headEnd type="none" w="sm" len="sm"/>
                  <a:tailEnd type="none" w="sm" len="sm"/>
                </a:ln>
              </p:spPr>
            </p:pic>
            <p:sp>
              <p:nvSpPr>
                <p:cNvPr id="15391" name="Rectangle 18"/>
                <p:cNvSpPr>
                  <a:spLocks noChangeArrowheads="1"/>
                </p:cNvSpPr>
                <p:nvPr/>
              </p:nvSpPr>
              <p:spPr bwMode="auto">
                <a:xfrm>
                  <a:off x="986" y="1242"/>
                  <a:ext cx="779" cy="744"/>
                </a:xfrm>
                <a:prstGeom prst="rect">
                  <a:avLst/>
                </a:prstGeom>
                <a:solidFill>
                  <a:srgbClr val="FFFF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5389" name="Rectangle 19"/>
              <p:cNvSpPr>
                <a:spLocks noChangeArrowheads="1"/>
              </p:cNvSpPr>
              <p:nvPr/>
            </p:nvSpPr>
            <p:spPr bwMode="auto">
              <a:xfrm>
                <a:off x="2607" y="1238"/>
                <a:ext cx="614" cy="50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5387" name="Rectangle 6"/>
            <p:cNvSpPr>
              <a:spLocks noChangeArrowheads="1"/>
            </p:cNvSpPr>
            <p:nvPr/>
          </p:nvSpPr>
          <p:spPr bwMode="auto">
            <a:xfrm>
              <a:off x="4138" y="2470"/>
              <a:ext cx="622" cy="927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1536700" y="1409700"/>
            <a:ext cx="6067425" cy="4033838"/>
            <a:chOff x="968" y="888"/>
            <a:chExt cx="3822" cy="2541"/>
          </a:xfrm>
        </p:grpSpPr>
        <p:grpSp>
          <p:nvGrpSpPr>
            <p:cNvPr id="15378" name="Group 21"/>
            <p:cNvGrpSpPr>
              <a:grpSpLocks/>
            </p:cNvGrpSpPr>
            <p:nvPr/>
          </p:nvGrpSpPr>
          <p:grpSpPr bwMode="auto">
            <a:xfrm>
              <a:off x="968" y="888"/>
              <a:ext cx="3822" cy="2541"/>
              <a:chOff x="968" y="888"/>
              <a:chExt cx="3822" cy="2541"/>
            </a:xfrm>
          </p:grpSpPr>
          <p:grpSp>
            <p:nvGrpSpPr>
              <p:cNvPr id="15380" name="Group 22"/>
              <p:cNvGrpSpPr>
                <a:grpSpLocks/>
              </p:cNvGrpSpPr>
              <p:nvPr/>
            </p:nvGrpSpPr>
            <p:grpSpPr bwMode="auto">
              <a:xfrm>
                <a:off x="968" y="888"/>
                <a:ext cx="3822" cy="2541"/>
                <a:chOff x="968" y="888"/>
                <a:chExt cx="3822" cy="2541"/>
              </a:xfrm>
            </p:grpSpPr>
            <p:grpSp>
              <p:nvGrpSpPr>
                <p:cNvPr id="15382" name="Group 23"/>
                <p:cNvGrpSpPr>
                  <a:grpSpLocks/>
                </p:cNvGrpSpPr>
                <p:nvPr/>
              </p:nvGrpSpPr>
              <p:grpSpPr bwMode="auto">
                <a:xfrm>
                  <a:off x="968" y="888"/>
                  <a:ext cx="3822" cy="2541"/>
                  <a:chOff x="969" y="889"/>
                  <a:chExt cx="3822" cy="2541"/>
                </a:xfrm>
              </p:grpSpPr>
              <p:pic>
                <p:nvPicPr>
                  <p:cNvPr id="15384" name="Picture 24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969" y="889"/>
                    <a:ext cx="3822" cy="2541"/>
                  </a:xfrm>
                  <a:prstGeom prst="rect">
                    <a:avLst/>
                  </a:prstGeom>
                  <a:noFill/>
                  <a:ln w="12700" cap="sq">
                    <a:noFill/>
                    <a:miter lim="800000"/>
                    <a:headEnd type="none" w="sm" len="sm"/>
                    <a:tailEnd type="none" w="sm" len="sm"/>
                  </a:ln>
                </p:spPr>
              </p:pic>
              <p:sp>
                <p:nvSpPr>
                  <p:cNvPr id="1538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42"/>
                    <a:ext cx="779" cy="744"/>
                  </a:xfrm>
                  <a:prstGeom prst="rect">
                    <a:avLst/>
                  </a:prstGeom>
                  <a:solidFill>
                    <a:srgbClr val="FFFF00">
                      <a:alpha val="50195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5383" name="Rectangle 26"/>
                <p:cNvSpPr>
                  <a:spLocks noChangeArrowheads="1"/>
                </p:cNvSpPr>
                <p:nvPr/>
              </p:nvSpPr>
              <p:spPr bwMode="auto">
                <a:xfrm>
                  <a:off x="2607" y="1238"/>
                  <a:ext cx="614" cy="504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5381" name="Rectangle 27"/>
              <p:cNvSpPr>
                <a:spLocks noChangeArrowheads="1"/>
              </p:cNvSpPr>
              <p:nvPr/>
            </p:nvSpPr>
            <p:spPr bwMode="auto">
              <a:xfrm>
                <a:off x="4138" y="2470"/>
                <a:ext cx="622" cy="927"/>
              </a:xfrm>
              <a:prstGeom prst="rect">
                <a:avLst/>
              </a:prstGeom>
              <a:solidFill>
                <a:srgbClr val="FF00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5379" name="Rectangle 7"/>
            <p:cNvSpPr>
              <a:spLocks noChangeArrowheads="1"/>
            </p:cNvSpPr>
            <p:nvPr/>
          </p:nvSpPr>
          <p:spPr bwMode="auto">
            <a:xfrm>
              <a:off x="2605" y="1738"/>
              <a:ext cx="614" cy="43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1536700" y="1409700"/>
            <a:ext cx="6067425" cy="4033838"/>
            <a:chOff x="968" y="888"/>
            <a:chExt cx="3822" cy="2541"/>
          </a:xfrm>
        </p:grpSpPr>
        <p:grpSp>
          <p:nvGrpSpPr>
            <p:cNvPr id="15368" name="Group 29"/>
            <p:cNvGrpSpPr>
              <a:grpSpLocks/>
            </p:cNvGrpSpPr>
            <p:nvPr/>
          </p:nvGrpSpPr>
          <p:grpSpPr bwMode="auto">
            <a:xfrm>
              <a:off x="968" y="888"/>
              <a:ext cx="3822" cy="2541"/>
              <a:chOff x="968" y="888"/>
              <a:chExt cx="3822" cy="2541"/>
            </a:xfrm>
          </p:grpSpPr>
          <p:grpSp>
            <p:nvGrpSpPr>
              <p:cNvPr id="15370" name="Group 30"/>
              <p:cNvGrpSpPr>
                <a:grpSpLocks/>
              </p:cNvGrpSpPr>
              <p:nvPr/>
            </p:nvGrpSpPr>
            <p:grpSpPr bwMode="auto">
              <a:xfrm>
                <a:off x="968" y="888"/>
                <a:ext cx="3822" cy="2541"/>
                <a:chOff x="968" y="888"/>
                <a:chExt cx="3822" cy="2541"/>
              </a:xfrm>
            </p:grpSpPr>
            <p:grpSp>
              <p:nvGrpSpPr>
                <p:cNvPr id="15372" name="Group 31"/>
                <p:cNvGrpSpPr>
                  <a:grpSpLocks/>
                </p:cNvGrpSpPr>
                <p:nvPr/>
              </p:nvGrpSpPr>
              <p:grpSpPr bwMode="auto">
                <a:xfrm>
                  <a:off x="968" y="888"/>
                  <a:ext cx="3822" cy="2541"/>
                  <a:chOff x="968" y="888"/>
                  <a:chExt cx="3822" cy="2541"/>
                </a:xfrm>
              </p:grpSpPr>
              <p:grpSp>
                <p:nvGrpSpPr>
                  <p:cNvPr id="15374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968" y="888"/>
                    <a:ext cx="3822" cy="2541"/>
                    <a:chOff x="969" y="889"/>
                    <a:chExt cx="3822" cy="2541"/>
                  </a:xfrm>
                </p:grpSpPr>
                <p:pic>
                  <p:nvPicPr>
                    <p:cNvPr id="15376" name="Picture 33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969" y="889"/>
                      <a:ext cx="3822" cy="2541"/>
                    </a:xfrm>
                    <a:prstGeom prst="rect">
                      <a:avLst/>
                    </a:prstGeom>
                    <a:noFill/>
                    <a:ln w="12700" cap="sq">
                      <a:noFill/>
                      <a:miter lim="800000"/>
                      <a:headEnd type="none" w="sm" len="sm"/>
                      <a:tailEnd type="none" w="sm" len="sm"/>
                    </a:ln>
                  </p:spPr>
                </p:pic>
                <p:sp>
                  <p:nvSpPr>
                    <p:cNvPr id="15377" name="Rectangle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6" y="1242"/>
                      <a:ext cx="779" cy="744"/>
                    </a:xfrm>
                    <a:prstGeom prst="rect">
                      <a:avLst/>
                    </a:prstGeom>
                    <a:solidFill>
                      <a:srgbClr val="FFFF00">
                        <a:alpha val="50195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nl-BE"/>
                    </a:p>
                  </p:txBody>
                </p:sp>
              </p:grpSp>
              <p:sp>
                <p:nvSpPr>
                  <p:cNvPr id="15375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2607" y="1238"/>
                    <a:ext cx="614" cy="504"/>
                  </a:xfrm>
                  <a:prstGeom prst="rect">
                    <a:avLst/>
                  </a:prstGeom>
                  <a:solidFill>
                    <a:schemeClr val="accent1">
                      <a:alpha val="50195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5373" name="Rectangle 36"/>
                <p:cNvSpPr>
                  <a:spLocks noChangeArrowheads="1"/>
                </p:cNvSpPr>
                <p:nvPr/>
              </p:nvSpPr>
              <p:spPr bwMode="auto">
                <a:xfrm>
                  <a:off x="4138" y="2470"/>
                  <a:ext cx="622" cy="927"/>
                </a:xfrm>
                <a:prstGeom prst="rect">
                  <a:avLst/>
                </a:prstGeom>
                <a:solidFill>
                  <a:srgbClr val="FF00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5371" name="Rectangle 37"/>
              <p:cNvSpPr>
                <a:spLocks noChangeArrowheads="1"/>
              </p:cNvSpPr>
              <p:nvPr/>
            </p:nvSpPr>
            <p:spPr bwMode="auto">
              <a:xfrm>
                <a:off x="2605" y="1738"/>
                <a:ext cx="614" cy="43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5369" name="Rectangle 9"/>
            <p:cNvSpPr>
              <a:spLocks noChangeArrowheads="1"/>
            </p:cNvSpPr>
            <p:nvPr/>
          </p:nvSpPr>
          <p:spPr bwMode="auto">
            <a:xfrm>
              <a:off x="985" y="1984"/>
              <a:ext cx="779" cy="141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3"/>
          <p:cNvGrpSpPr>
            <a:grpSpLocks/>
          </p:cNvGrpSpPr>
          <p:nvPr/>
        </p:nvGrpSpPr>
        <p:grpSpPr bwMode="auto">
          <a:xfrm>
            <a:off x="2066925" y="1903413"/>
            <a:ext cx="5008563" cy="3049587"/>
            <a:chOff x="1302" y="1199"/>
            <a:chExt cx="3155" cy="1921"/>
          </a:xfrm>
        </p:grpSpPr>
        <p:pic>
          <p:nvPicPr>
            <p:cNvPr id="1644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02" y="1199"/>
              <a:ext cx="3155" cy="1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49" name="Rectangle 7"/>
            <p:cNvSpPr>
              <a:spLocks noChangeArrowheads="1"/>
            </p:cNvSpPr>
            <p:nvPr/>
          </p:nvSpPr>
          <p:spPr bwMode="auto">
            <a:xfrm>
              <a:off x="1352" y="1406"/>
              <a:ext cx="453" cy="58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065338" y="1903413"/>
            <a:ext cx="5008562" cy="3049587"/>
            <a:chOff x="1301" y="1199"/>
            <a:chExt cx="3155" cy="1921"/>
          </a:xfrm>
        </p:grpSpPr>
        <p:grpSp>
          <p:nvGrpSpPr>
            <p:cNvPr id="16444" name="Group 14"/>
            <p:cNvGrpSpPr>
              <a:grpSpLocks/>
            </p:cNvGrpSpPr>
            <p:nvPr/>
          </p:nvGrpSpPr>
          <p:grpSpPr bwMode="auto">
            <a:xfrm>
              <a:off x="1301" y="1199"/>
              <a:ext cx="3155" cy="1921"/>
              <a:chOff x="1302" y="1199"/>
              <a:chExt cx="3155" cy="1921"/>
            </a:xfrm>
          </p:grpSpPr>
          <p:pic>
            <p:nvPicPr>
              <p:cNvPr id="16446" name="Picture 15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302" y="1199"/>
                <a:ext cx="3155" cy="19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47" name="Rectangle 16"/>
              <p:cNvSpPr>
                <a:spLocks noChangeArrowheads="1"/>
              </p:cNvSpPr>
              <p:nvPr/>
            </p:nvSpPr>
            <p:spPr bwMode="auto">
              <a:xfrm>
                <a:off x="1352" y="1406"/>
                <a:ext cx="453" cy="588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6445" name="Rectangle 5"/>
            <p:cNvSpPr>
              <a:spLocks noChangeArrowheads="1"/>
            </p:cNvSpPr>
            <p:nvPr/>
          </p:nvSpPr>
          <p:spPr bwMode="auto">
            <a:xfrm>
              <a:off x="2223" y="1415"/>
              <a:ext cx="445" cy="60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2065338" y="1903413"/>
            <a:ext cx="5008562" cy="3049587"/>
            <a:chOff x="1301" y="1199"/>
            <a:chExt cx="3155" cy="1921"/>
          </a:xfrm>
        </p:grpSpPr>
        <p:grpSp>
          <p:nvGrpSpPr>
            <p:cNvPr id="16438" name="Group 18"/>
            <p:cNvGrpSpPr>
              <a:grpSpLocks/>
            </p:cNvGrpSpPr>
            <p:nvPr/>
          </p:nvGrpSpPr>
          <p:grpSpPr bwMode="auto">
            <a:xfrm>
              <a:off x="1301" y="1199"/>
              <a:ext cx="3155" cy="1921"/>
              <a:chOff x="1301" y="1199"/>
              <a:chExt cx="3155" cy="1921"/>
            </a:xfrm>
          </p:grpSpPr>
          <p:grpSp>
            <p:nvGrpSpPr>
              <p:cNvPr id="16440" name="Group 19"/>
              <p:cNvGrpSpPr>
                <a:grpSpLocks/>
              </p:cNvGrpSpPr>
              <p:nvPr/>
            </p:nvGrpSpPr>
            <p:grpSpPr bwMode="auto">
              <a:xfrm>
                <a:off x="1301" y="1199"/>
                <a:ext cx="3155" cy="1921"/>
                <a:chOff x="1302" y="1199"/>
                <a:chExt cx="3155" cy="1921"/>
              </a:xfrm>
            </p:grpSpPr>
            <p:pic>
              <p:nvPicPr>
                <p:cNvPr id="16442" name="Picture 20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302" y="1199"/>
                  <a:ext cx="3155" cy="19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443" name="Rectangle 21"/>
                <p:cNvSpPr>
                  <a:spLocks noChangeArrowheads="1"/>
                </p:cNvSpPr>
                <p:nvPr/>
              </p:nvSpPr>
              <p:spPr bwMode="auto">
                <a:xfrm>
                  <a:off x="1352" y="1406"/>
                  <a:ext cx="453" cy="588"/>
                </a:xfrm>
                <a:prstGeom prst="rect">
                  <a:avLst/>
                </a:prstGeom>
                <a:solidFill>
                  <a:srgbClr val="FFFF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6441" name="Rectangle 22"/>
              <p:cNvSpPr>
                <a:spLocks noChangeArrowheads="1"/>
              </p:cNvSpPr>
              <p:nvPr/>
            </p:nvSpPr>
            <p:spPr bwMode="auto">
              <a:xfrm>
                <a:off x="2223" y="1415"/>
                <a:ext cx="445" cy="608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6439" name="Rectangle 9"/>
            <p:cNvSpPr>
              <a:spLocks noChangeArrowheads="1"/>
            </p:cNvSpPr>
            <p:nvPr/>
          </p:nvSpPr>
          <p:spPr bwMode="auto">
            <a:xfrm>
              <a:off x="3082" y="1408"/>
              <a:ext cx="447" cy="360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2065338" y="1905000"/>
            <a:ext cx="5008562" cy="3049588"/>
            <a:chOff x="1301" y="1200"/>
            <a:chExt cx="3155" cy="1921"/>
          </a:xfrm>
        </p:grpSpPr>
        <p:grpSp>
          <p:nvGrpSpPr>
            <p:cNvPr id="16430" name="Group 24"/>
            <p:cNvGrpSpPr>
              <a:grpSpLocks/>
            </p:cNvGrpSpPr>
            <p:nvPr/>
          </p:nvGrpSpPr>
          <p:grpSpPr bwMode="auto">
            <a:xfrm>
              <a:off x="1301" y="1200"/>
              <a:ext cx="3155" cy="1921"/>
              <a:chOff x="1301" y="1199"/>
              <a:chExt cx="3155" cy="1921"/>
            </a:xfrm>
          </p:grpSpPr>
          <p:grpSp>
            <p:nvGrpSpPr>
              <p:cNvPr id="16432" name="Group 25"/>
              <p:cNvGrpSpPr>
                <a:grpSpLocks/>
              </p:cNvGrpSpPr>
              <p:nvPr/>
            </p:nvGrpSpPr>
            <p:grpSpPr bwMode="auto">
              <a:xfrm>
                <a:off x="1301" y="1199"/>
                <a:ext cx="3155" cy="1921"/>
                <a:chOff x="1301" y="1199"/>
                <a:chExt cx="3155" cy="1921"/>
              </a:xfrm>
            </p:grpSpPr>
            <p:grpSp>
              <p:nvGrpSpPr>
                <p:cNvPr id="16434" name="Group 26"/>
                <p:cNvGrpSpPr>
                  <a:grpSpLocks/>
                </p:cNvGrpSpPr>
                <p:nvPr/>
              </p:nvGrpSpPr>
              <p:grpSpPr bwMode="auto">
                <a:xfrm>
                  <a:off x="1301" y="1199"/>
                  <a:ext cx="3155" cy="1921"/>
                  <a:chOff x="1302" y="1199"/>
                  <a:chExt cx="3155" cy="1921"/>
                </a:xfrm>
              </p:grpSpPr>
              <p:pic>
                <p:nvPicPr>
                  <p:cNvPr id="16436" name="Picture 27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302" y="1199"/>
                    <a:ext cx="3155" cy="192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16437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352" y="1406"/>
                    <a:ext cx="453" cy="588"/>
                  </a:xfrm>
                  <a:prstGeom prst="rect">
                    <a:avLst/>
                  </a:prstGeom>
                  <a:solidFill>
                    <a:srgbClr val="FFFF00">
                      <a:alpha val="50195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6435" name="Rectangle 29"/>
                <p:cNvSpPr>
                  <a:spLocks noChangeArrowheads="1"/>
                </p:cNvSpPr>
                <p:nvPr/>
              </p:nvSpPr>
              <p:spPr bwMode="auto">
                <a:xfrm>
                  <a:off x="2223" y="1415"/>
                  <a:ext cx="445" cy="608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6433" name="Rectangle 30"/>
              <p:cNvSpPr>
                <a:spLocks noChangeArrowheads="1"/>
              </p:cNvSpPr>
              <p:nvPr/>
            </p:nvSpPr>
            <p:spPr bwMode="auto">
              <a:xfrm>
                <a:off x="3082" y="1408"/>
                <a:ext cx="447" cy="360"/>
              </a:xfrm>
              <a:prstGeom prst="rect">
                <a:avLst/>
              </a:prstGeom>
              <a:solidFill>
                <a:srgbClr val="FF00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6431" name="Rectangle 11"/>
            <p:cNvSpPr>
              <a:spLocks noChangeArrowheads="1"/>
            </p:cNvSpPr>
            <p:nvPr/>
          </p:nvSpPr>
          <p:spPr bwMode="auto">
            <a:xfrm>
              <a:off x="3082" y="1732"/>
              <a:ext cx="447" cy="366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12" name="Group 41"/>
          <p:cNvGrpSpPr>
            <a:grpSpLocks/>
          </p:cNvGrpSpPr>
          <p:nvPr/>
        </p:nvGrpSpPr>
        <p:grpSpPr bwMode="auto">
          <a:xfrm>
            <a:off x="2065338" y="1905000"/>
            <a:ext cx="5008562" cy="3049588"/>
            <a:chOff x="1301" y="1200"/>
            <a:chExt cx="3155" cy="1921"/>
          </a:xfrm>
        </p:grpSpPr>
        <p:grpSp>
          <p:nvGrpSpPr>
            <p:cNvPr id="16420" name="Group 32"/>
            <p:cNvGrpSpPr>
              <a:grpSpLocks/>
            </p:cNvGrpSpPr>
            <p:nvPr/>
          </p:nvGrpSpPr>
          <p:grpSpPr bwMode="auto">
            <a:xfrm>
              <a:off x="1301" y="1200"/>
              <a:ext cx="3155" cy="1921"/>
              <a:chOff x="1301" y="1200"/>
              <a:chExt cx="3155" cy="1921"/>
            </a:xfrm>
          </p:grpSpPr>
          <p:grpSp>
            <p:nvGrpSpPr>
              <p:cNvPr id="16422" name="Group 33"/>
              <p:cNvGrpSpPr>
                <a:grpSpLocks/>
              </p:cNvGrpSpPr>
              <p:nvPr/>
            </p:nvGrpSpPr>
            <p:grpSpPr bwMode="auto">
              <a:xfrm>
                <a:off x="1301" y="1200"/>
                <a:ext cx="3155" cy="1921"/>
                <a:chOff x="1301" y="1199"/>
                <a:chExt cx="3155" cy="1921"/>
              </a:xfrm>
            </p:grpSpPr>
            <p:grpSp>
              <p:nvGrpSpPr>
                <p:cNvPr id="16424" name="Group 34"/>
                <p:cNvGrpSpPr>
                  <a:grpSpLocks/>
                </p:cNvGrpSpPr>
                <p:nvPr/>
              </p:nvGrpSpPr>
              <p:grpSpPr bwMode="auto">
                <a:xfrm>
                  <a:off x="1301" y="1199"/>
                  <a:ext cx="3155" cy="1921"/>
                  <a:chOff x="1301" y="1199"/>
                  <a:chExt cx="3155" cy="1921"/>
                </a:xfrm>
              </p:grpSpPr>
              <p:grpSp>
                <p:nvGrpSpPr>
                  <p:cNvPr id="16426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1301" y="1199"/>
                    <a:ext cx="3155" cy="1921"/>
                    <a:chOff x="1302" y="1199"/>
                    <a:chExt cx="3155" cy="1921"/>
                  </a:xfrm>
                </p:grpSpPr>
                <p:pic>
                  <p:nvPicPr>
                    <p:cNvPr id="16428" name="Picture 36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 cstate="print"/>
                    <a:srcRect/>
                    <a:stretch>
                      <a:fillRect/>
                    </a:stretch>
                  </p:blipFill>
                  <p:spPr bwMode="auto">
                    <a:xfrm>
                      <a:off x="1302" y="1199"/>
                      <a:ext cx="3155" cy="1921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</p:pic>
                <p:sp>
                  <p:nvSpPr>
                    <p:cNvPr id="16429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52" y="1406"/>
                      <a:ext cx="453" cy="588"/>
                    </a:xfrm>
                    <a:prstGeom prst="rect">
                      <a:avLst/>
                    </a:prstGeom>
                    <a:solidFill>
                      <a:srgbClr val="FFFF00">
                        <a:alpha val="50195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nl-BE"/>
                    </a:p>
                  </p:txBody>
                </p:sp>
              </p:grpSp>
              <p:sp>
                <p:nvSpPr>
                  <p:cNvPr id="16427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223" y="1415"/>
                    <a:ext cx="445" cy="608"/>
                  </a:xfrm>
                  <a:prstGeom prst="rect">
                    <a:avLst/>
                  </a:prstGeom>
                  <a:solidFill>
                    <a:schemeClr val="accent1">
                      <a:alpha val="50195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6425" name="Rectangle 39"/>
                <p:cNvSpPr>
                  <a:spLocks noChangeArrowheads="1"/>
                </p:cNvSpPr>
                <p:nvPr/>
              </p:nvSpPr>
              <p:spPr bwMode="auto">
                <a:xfrm>
                  <a:off x="3082" y="1408"/>
                  <a:ext cx="447" cy="360"/>
                </a:xfrm>
                <a:prstGeom prst="rect">
                  <a:avLst/>
                </a:prstGeom>
                <a:solidFill>
                  <a:srgbClr val="FF00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6423" name="Rectangle 40"/>
              <p:cNvSpPr>
                <a:spLocks noChangeArrowheads="1"/>
              </p:cNvSpPr>
              <p:nvPr/>
            </p:nvSpPr>
            <p:spPr bwMode="auto">
              <a:xfrm>
                <a:off x="3082" y="1732"/>
                <a:ext cx="447" cy="366"/>
              </a:xfrm>
              <a:prstGeom prst="rect">
                <a:avLst/>
              </a:prstGeom>
              <a:solidFill>
                <a:srgbClr val="FF00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6421" name="Rectangle 10"/>
            <p:cNvSpPr>
              <a:spLocks noChangeArrowheads="1"/>
            </p:cNvSpPr>
            <p:nvPr/>
          </p:nvSpPr>
          <p:spPr bwMode="auto">
            <a:xfrm>
              <a:off x="3949" y="2489"/>
              <a:ext cx="453" cy="549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17" name="Group 53"/>
          <p:cNvGrpSpPr>
            <a:grpSpLocks/>
          </p:cNvGrpSpPr>
          <p:nvPr/>
        </p:nvGrpSpPr>
        <p:grpSpPr bwMode="auto">
          <a:xfrm>
            <a:off x="2065338" y="1905000"/>
            <a:ext cx="5008562" cy="3049588"/>
            <a:chOff x="1301" y="1200"/>
            <a:chExt cx="3155" cy="1921"/>
          </a:xfrm>
        </p:grpSpPr>
        <p:grpSp>
          <p:nvGrpSpPr>
            <p:cNvPr id="16408" name="Group 42"/>
            <p:cNvGrpSpPr>
              <a:grpSpLocks/>
            </p:cNvGrpSpPr>
            <p:nvPr/>
          </p:nvGrpSpPr>
          <p:grpSpPr bwMode="auto">
            <a:xfrm>
              <a:off x="1301" y="1200"/>
              <a:ext cx="3155" cy="1921"/>
              <a:chOff x="1301" y="1200"/>
              <a:chExt cx="3155" cy="1921"/>
            </a:xfrm>
          </p:grpSpPr>
          <p:grpSp>
            <p:nvGrpSpPr>
              <p:cNvPr id="16410" name="Group 43"/>
              <p:cNvGrpSpPr>
                <a:grpSpLocks/>
              </p:cNvGrpSpPr>
              <p:nvPr/>
            </p:nvGrpSpPr>
            <p:grpSpPr bwMode="auto">
              <a:xfrm>
                <a:off x="1301" y="1200"/>
                <a:ext cx="3155" cy="1921"/>
                <a:chOff x="1301" y="1200"/>
                <a:chExt cx="3155" cy="1921"/>
              </a:xfrm>
            </p:grpSpPr>
            <p:grpSp>
              <p:nvGrpSpPr>
                <p:cNvPr id="16412" name="Group 44"/>
                <p:cNvGrpSpPr>
                  <a:grpSpLocks/>
                </p:cNvGrpSpPr>
                <p:nvPr/>
              </p:nvGrpSpPr>
              <p:grpSpPr bwMode="auto">
                <a:xfrm>
                  <a:off x="1301" y="1200"/>
                  <a:ext cx="3155" cy="1921"/>
                  <a:chOff x="1301" y="1199"/>
                  <a:chExt cx="3155" cy="1921"/>
                </a:xfrm>
              </p:grpSpPr>
              <p:grpSp>
                <p:nvGrpSpPr>
                  <p:cNvPr id="16414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1301" y="1199"/>
                    <a:ext cx="3155" cy="1921"/>
                    <a:chOff x="1301" y="1199"/>
                    <a:chExt cx="3155" cy="1921"/>
                  </a:xfrm>
                </p:grpSpPr>
                <p:grpSp>
                  <p:nvGrpSpPr>
                    <p:cNvPr id="16416" name="Group 4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01" y="1199"/>
                      <a:ext cx="3155" cy="1921"/>
                      <a:chOff x="1302" y="1199"/>
                      <a:chExt cx="3155" cy="1921"/>
                    </a:xfrm>
                  </p:grpSpPr>
                  <p:pic>
                    <p:nvPicPr>
                      <p:cNvPr id="16418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 cstate="print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" y="1199"/>
                        <a:ext cx="3155" cy="192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  <p:sp>
                    <p:nvSpPr>
                      <p:cNvPr id="16419" name="Rectangle 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352" y="1406"/>
                        <a:ext cx="453" cy="58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195"/>
                        </a:srgb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nl-BE"/>
                      </a:p>
                    </p:txBody>
                  </p:sp>
                </p:grpSp>
                <p:sp>
                  <p:nvSpPr>
                    <p:cNvPr id="16417" name="Rectangle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23" y="1415"/>
                      <a:ext cx="445" cy="608"/>
                    </a:xfrm>
                    <a:prstGeom prst="rect">
                      <a:avLst/>
                    </a:prstGeom>
                    <a:solidFill>
                      <a:schemeClr val="accent1">
                        <a:alpha val="50195"/>
                      </a:schemeClr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nl-BE"/>
                    </a:p>
                  </p:txBody>
                </p:sp>
              </p:grpSp>
              <p:sp>
                <p:nvSpPr>
                  <p:cNvPr id="16415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3082" y="1408"/>
                    <a:ext cx="447" cy="360"/>
                  </a:xfrm>
                  <a:prstGeom prst="rect">
                    <a:avLst/>
                  </a:prstGeom>
                  <a:solidFill>
                    <a:srgbClr val="FF0000">
                      <a:alpha val="50195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6413" name="Rectangle 51"/>
                <p:cNvSpPr>
                  <a:spLocks noChangeArrowheads="1"/>
                </p:cNvSpPr>
                <p:nvPr/>
              </p:nvSpPr>
              <p:spPr bwMode="auto">
                <a:xfrm>
                  <a:off x="3082" y="1732"/>
                  <a:ext cx="447" cy="366"/>
                </a:xfrm>
                <a:prstGeom prst="rect">
                  <a:avLst/>
                </a:prstGeom>
                <a:solidFill>
                  <a:srgbClr val="FF00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6411" name="Rectangle 52"/>
              <p:cNvSpPr>
                <a:spLocks noChangeArrowheads="1"/>
              </p:cNvSpPr>
              <p:nvPr/>
            </p:nvSpPr>
            <p:spPr bwMode="auto">
              <a:xfrm>
                <a:off x="3949" y="2489"/>
                <a:ext cx="453" cy="549"/>
              </a:xfrm>
              <a:prstGeom prst="rect">
                <a:avLst/>
              </a:prstGeom>
              <a:solidFill>
                <a:schemeClr val="accent2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6409" name="Rectangle 6"/>
            <p:cNvSpPr>
              <a:spLocks noChangeArrowheads="1"/>
            </p:cNvSpPr>
            <p:nvPr/>
          </p:nvSpPr>
          <p:spPr bwMode="auto">
            <a:xfrm>
              <a:off x="2221" y="2020"/>
              <a:ext cx="445" cy="34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163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grpSp>
        <p:nvGrpSpPr>
          <p:cNvPr id="23" name="Group 67"/>
          <p:cNvGrpSpPr>
            <a:grpSpLocks/>
          </p:cNvGrpSpPr>
          <p:nvPr/>
        </p:nvGrpSpPr>
        <p:grpSpPr bwMode="auto">
          <a:xfrm>
            <a:off x="2065338" y="1903413"/>
            <a:ext cx="5008562" cy="3049587"/>
            <a:chOff x="1301" y="1200"/>
            <a:chExt cx="3155" cy="1921"/>
          </a:xfrm>
        </p:grpSpPr>
        <p:grpSp>
          <p:nvGrpSpPr>
            <p:cNvPr id="16394" name="Group 54"/>
            <p:cNvGrpSpPr>
              <a:grpSpLocks/>
            </p:cNvGrpSpPr>
            <p:nvPr/>
          </p:nvGrpSpPr>
          <p:grpSpPr bwMode="auto">
            <a:xfrm>
              <a:off x="1301" y="1200"/>
              <a:ext cx="3155" cy="1921"/>
              <a:chOff x="1301" y="1200"/>
              <a:chExt cx="3155" cy="1921"/>
            </a:xfrm>
          </p:grpSpPr>
          <p:grpSp>
            <p:nvGrpSpPr>
              <p:cNvPr id="16396" name="Group 55"/>
              <p:cNvGrpSpPr>
                <a:grpSpLocks/>
              </p:cNvGrpSpPr>
              <p:nvPr/>
            </p:nvGrpSpPr>
            <p:grpSpPr bwMode="auto">
              <a:xfrm>
                <a:off x="1301" y="1200"/>
                <a:ext cx="3155" cy="1921"/>
                <a:chOff x="1301" y="1200"/>
                <a:chExt cx="3155" cy="1921"/>
              </a:xfrm>
            </p:grpSpPr>
            <p:grpSp>
              <p:nvGrpSpPr>
                <p:cNvPr id="16398" name="Group 56"/>
                <p:cNvGrpSpPr>
                  <a:grpSpLocks/>
                </p:cNvGrpSpPr>
                <p:nvPr/>
              </p:nvGrpSpPr>
              <p:grpSpPr bwMode="auto">
                <a:xfrm>
                  <a:off x="1301" y="1200"/>
                  <a:ext cx="3155" cy="1921"/>
                  <a:chOff x="1301" y="1200"/>
                  <a:chExt cx="3155" cy="1921"/>
                </a:xfrm>
              </p:grpSpPr>
              <p:grpSp>
                <p:nvGrpSpPr>
                  <p:cNvPr id="16400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1301" y="1200"/>
                    <a:ext cx="3155" cy="1921"/>
                    <a:chOff x="1301" y="1199"/>
                    <a:chExt cx="3155" cy="1921"/>
                  </a:xfrm>
                </p:grpSpPr>
                <p:grpSp>
                  <p:nvGrpSpPr>
                    <p:cNvPr id="16402" name="Group 5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01" y="1199"/>
                      <a:ext cx="3155" cy="1921"/>
                      <a:chOff x="1301" y="1199"/>
                      <a:chExt cx="3155" cy="1921"/>
                    </a:xfrm>
                  </p:grpSpPr>
                  <p:grpSp>
                    <p:nvGrpSpPr>
                      <p:cNvPr id="16404" name="Group 5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01" y="1199"/>
                        <a:ext cx="3155" cy="1921"/>
                        <a:chOff x="1302" y="1199"/>
                        <a:chExt cx="3155" cy="1921"/>
                      </a:xfrm>
                    </p:grpSpPr>
                    <p:pic>
                      <p:nvPicPr>
                        <p:cNvPr id="16406" name="Picture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 cstate="print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" y="1199"/>
                          <a:ext cx="3155" cy="192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  <p:sp>
                      <p:nvSpPr>
                        <p:cNvPr id="16407" name="Rectangle 6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352" y="1406"/>
                          <a:ext cx="453" cy="588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50195"/>
                          </a:srgbClr>
                        </a:solid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nl-BE"/>
                        </a:p>
                      </p:txBody>
                    </p:sp>
                  </p:grpSp>
                  <p:sp>
                    <p:nvSpPr>
                      <p:cNvPr id="16405" name="Rectangle 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23" y="1415"/>
                        <a:ext cx="445" cy="608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nl-BE"/>
                      </a:p>
                    </p:txBody>
                  </p:sp>
                </p:grpSp>
                <p:sp>
                  <p:nvSpPr>
                    <p:cNvPr id="16403" name="Rectangle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82" y="1408"/>
                      <a:ext cx="447" cy="360"/>
                    </a:xfrm>
                    <a:prstGeom prst="rect">
                      <a:avLst/>
                    </a:prstGeom>
                    <a:solidFill>
                      <a:srgbClr val="FF0000">
                        <a:alpha val="50195"/>
                      </a:srgbClr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nl-BE"/>
                    </a:p>
                  </p:txBody>
                </p:sp>
              </p:grpSp>
              <p:sp>
                <p:nvSpPr>
                  <p:cNvPr id="16401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3082" y="1732"/>
                    <a:ext cx="447" cy="366"/>
                  </a:xfrm>
                  <a:prstGeom prst="rect">
                    <a:avLst/>
                  </a:prstGeom>
                  <a:solidFill>
                    <a:srgbClr val="FF0000">
                      <a:alpha val="50195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16399" name="Rectangle 65"/>
                <p:cNvSpPr>
                  <a:spLocks noChangeArrowheads="1"/>
                </p:cNvSpPr>
                <p:nvPr/>
              </p:nvSpPr>
              <p:spPr bwMode="auto">
                <a:xfrm>
                  <a:off x="3949" y="2489"/>
                  <a:ext cx="453" cy="549"/>
                </a:xfrm>
                <a:prstGeom prst="rect">
                  <a:avLst/>
                </a:prstGeom>
                <a:solidFill>
                  <a:schemeClr val="accent2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16397" name="Rectangle 66"/>
              <p:cNvSpPr>
                <a:spLocks noChangeArrowheads="1"/>
              </p:cNvSpPr>
              <p:nvPr/>
            </p:nvSpPr>
            <p:spPr bwMode="auto">
              <a:xfrm>
                <a:off x="2221" y="2020"/>
                <a:ext cx="445" cy="348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16395" name="Rectangle 8"/>
            <p:cNvSpPr>
              <a:spLocks noChangeArrowheads="1"/>
            </p:cNvSpPr>
            <p:nvPr/>
          </p:nvSpPr>
          <p:spPr bwMode="auto">
            <a:xfrm>
              <a:off x="1356" y="1990"/>
              <a:ext cx="453" cy="105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175" y="93663"/>
            <a:ext cx="7394575" cy="667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991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8575" y="0"/>
            <a:ext cx="2763838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30175" y="0"/>
            <a:ext cx="9013825" cy="6765925"/>
            <a:chOff x="82" y="0"/>
            <a:chExt cx="5678" cy="4262"/>
          </a:xfrm>
        </p:grpSpPr>
        <p:pic>
          <p:nvPicPr>
            <p:cNvPr id="17416" name="Picture 1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2" y="59"/>
              <a:ext cx="4658" cy="4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7" name="Picture 1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019" y="0"/>
              <a:ext cx="1741" cy="2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30175" y="0"/>
            <a:ext cx="9013825" cy="6765925"/>
            <a:chOff x="82" y="0"/>
            <a:chExt cx="5678" cy="4262"/>
          </a:xfrm>
        </p:grpSpPr>
        <p:pic>
          <p:nvPicPr>
            <p:cNvPr id="17414" name="Picture 1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2" y="59"/>
              <a:ext cx="4658" cy="4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5" name="Picture 1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019" y="0"/>
              <a:ext cx="1741" cy="2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175" y="93663"/>
            <a:ext cx="7394575" cy="667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175" y="93663"/>
            <a:ext cx="7394575" cy="667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494338" y="55563"/>
            <a:ext cx="3532187" cy="4392612"/>
            <a:chOff x="3472" y="70"/>
            <a:chExt cx="2225" cy="2858"/>
          </a:xfrm>
        </p:grpSpPr>
        <p:pic>
          <p:nvPicPr>
            <p:cNvPr id="18445" name="Picture 3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94" y="70"/>
              <a:ext cx="1403" cy="2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6" name="Rectangle 38" descr="Small grid"/>
            <p:cNvSpPr>
              <a:spLocks noChangeArrowheads="1"/>
            </p:cNvSpPr>
            <p:nvPr/>
          </p:nvSpPr>
          <p:spPr bwMode="auto">
            <a:xfrm>
              <a:off x="4579" y="143"/>
              <a:ext cx="785" cy="384"/>
            </a:xfrm>
            <a:prstGeom prst="rect">
              <a:avLst/>
            </a:prstGeom>
            <a:pattFill prst="smGrid">
              <a:fgClr>
                <a:schemeClr val="bg1"/>
              </a:fgClr>
              <a:bgClr>
                <a:srgbClr val="FF00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8447" name="Rectangle 39" descr="Small grid"/>
            <p:cNvSpPr>
              <a:spLocks noChangeArrowheads="1"/>
            </p:cNvSpPr>
            <p:nvPr/>
          </p:nvSpPr>
          <p:spPr bwMode="auto">
            <a:xfrm>
              <a:off x="4310" y="2132"/>
              <a:ext cx="1322" cy="783"/>
            </a:xfrm>
            <a:prstGeom prst="rect">
              <a:avLst/>
            </a:prstGeom>
            <a:pattFill prst="smGrid">
              <a:fgClr>
                <a:schemeClr val="bg1"/>
              </a:fgClr>
              <a:bgClr>
                <a:schemeClr val="accent2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8448" name="Rectangle 40" descr="Small grid"/>
            <p:cNvSpPr>
              <a:spLocks noChangeArrowheads="1"/>
            </p:cNvSpPr>
            <p:nvPr/>
          </p:nvSpPr>
          <p:spPr bwMode="auto">
            <a:xfrm>
              <a:off x="4576" y="1133"/>
              <a:ext cx="789" cy="393"/>
            </a:xfrm>
            <a:prstGeom prst="rect">
              <a:avLst/>
            </a:prstGeom>
            <a:pattFill prst="smGrid">
              <a:fgClr>
                <a:schemeClr val="bg1"/>
              </a:fgClr>
              <a:bgClr>
                <a:srgbClr val="CC0099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8449" name="Text Box 41"/>
            <p:cNvSpPr txBox="1">
              <a:spLocks noChangeArrowheads="1"/>
            </p:cNvSpPr>
            <p:nvPr/>
          </p:nvSpPr>
          <p:spPr bwMode="auto">
            <a:xfrm>
              <a:off x="3472" y="499"/>
              <a:ext cx="950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nl-BE" sz="2000"/>
                <a:t>kopiëren van</a:t>
              </a:r>
            </a:p>
            <a:p>
              <a:pPr algn="r"/>
              <a:r>
                <a:rPr lang="nl-BE" sz="2000"/>
                <a:t>woorden</a:t>
              </a:r>
              <a:endParaRPr lang="nl-NL" sz="2000"/>
            </a:p>
          </p:txBody>
        </p:sp>
        <p:sp>
          <p:nvSpPr>
            <p:cNvPr id="18450" name="Text Box 42"/>
            <p:cNvSpPr txBox="1">
              <a:spLocks noChangeArrowheads="1"/>
            </p:cNvSpPr>
            <p:nvPr/>
          </p:nvSpPr>
          <p:spPr bwMode="auto">
            <a:xfrm>
              <a:off x="3472" y="1457"/>
              <a:ext cx="950" cy="45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nl-BE" sz="2000"/>
                <a:t>kopiëren van</a:t>
              </a:r>
            </a:p>
            <a:p>
              <a:pPr algn="r"/>
              <a:r>
                <a:rPr lang="nl-BE" sz="2000"/>
                <a:t>woorden?</a:t>
              </a:r>
              <a:endParaRPr lang="nl-NL" sz="200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494338" y="55563"/>
            <a:ext cx="3532187" cy="4392612"/>
            <a:chOff x="3472" y="70"/>
            <a:chExt cx="2225" cy="2858"/>
          </a:xfrm>
        </p:grpSpPr>
        <p:pic>
          <p:nvPicPr>
            <p:cNvPr id="18438" name="Picture 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94" y="70"/>
              <a:ext cx="1403" cy="2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Rectangle 7" descr="Small grid"/>
            <p:cNvSpPr>
              <a:spLocks noChangeArrowheads="1"/>
            </p:cNvSpPr>
            <p:nvPr/>
          </p:nvSpPr>
          <p:spPr bwMode="auto">
            <a:xfrm>
              <a:off x="4579" y="143"/>
              <a:ext cx="785" cy="384"/>
            </a:xfrm>
            <a:prstGeom prst="rect">
              <a:avLst/>
            </a:prstGeom>
            <a:pattFill prst="smGrid">
              <a:fgClr>
                <a:schemeClr val="bg1"/>
              </a:fgClr>
              <a:bgClr>
                <a:srgbClr val="FF00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8440" name="Rectangle 8" descr="Large grid"/>
            <p:cNvSpPr>
              <a:spLocks noChangeArrowheads="1"/>
            </p:cNvSpPr>
            <p:nvPr/>
          </p:nvSpPr>
          <p:spPr bwMode="auto">
            <a:xfrm>
              <a:off x="4310" y="2132"/>
              <a:ext cx="1322" cy="783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accent2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8441" name="Text Box 17"/>
            <p:cNvSpPr txBox="1">
              <a:spLocks noChangeArrowheads="1"/>
            </p:cNvSpPr>
            <p:nvPr/>
          </p:nvSpPr>
          <p:spPr bwMode="auto">
            <a:xfrm>
              <a:off x="3472" y="499"/>
              <a:ext cx="950" cy="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nl-BE" sz="2000"/>
                <a:t>kopiëren van</a:t>
              </a:r>
            </a:p>
            <a:p>
              <a:pPr algn="r"/>
              <a:r>
                <a:rPr lang="nl-BE" sz="2000"/>
                <a:t>woorden</a:t>
              </a:r>
              <a:endParaRPr lang="nl-NL" sz="2000"/>
            </a:p>
          </p:txBody>
        </p:sp>
        <p:sp>
          <p:nvSpPr>
            <p:cNvPr id="18442" name="Text Box 19"/>
            <p:cNvSpPr txBox="1">
              <a:spLocks noChangeArrowheads="1"/>
            </p:cNvSpPr>
            <p:nvPr/>
          </p:nvSpPr>
          <p:spPr bwMode="auto">
            <a:xfrm>
              <a:off x="3472" y="1457"/>
              <a:ext cx="950" cy="45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nl-BE" sz="2000"/>
                <a:t>kopiëren van</a:t>
              </a:r>
            </a:p>
            <a:p>
              <a:pPr algn="r"/>
              <a:r>
                <a:rPr lang="nl-BE" sz="2000"/>
                <a:t>blokken !</a:t>
              </a:r>
              <a:endParaRPr lang="nl-NL" sz="2000"/>
            </a:p>
          </p:txBody>
        </p:sp>
        <p:sp>
          <p:nvSpPr>
            <p:cNvPr id="18443" name="AutoShape 9" descr="Small grid"/>
            <p:cNvSpPr>
              <a:spLocks noChangeArrowheads="1"/>
            </p:cNvSpPr>
            <p:nvPr/>
          </p:nvSpPr>
          <p:spPr bwMode="auto">
            <a:xfrm flipV="1">
              <a:off x="4575" y="1134"/>
              <a:ext cx="795" cy="391"/>
            </a:xfrm>
            <a:prstGeom prst="rtTriangle">
              <a:avLst/>
            </a:prstGeom>
            <a:pattFill prst="smGrid">
              <a:fgClr>
                <a:schemeClr val="bg1"/>
              </a:fgClr>
              <a:bgClr>
                <a:srgbClr val="CC0099"/>
              </a:bgClr>
            </a:pattFill>
            <a:ln w="9525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8444" name="AutoShape 10" descr="Large grid"/>
            <p:cNvSpPr>
              <a:spLocks noChangeArrowheads="1"/>
            </p:cNvSpPr>
            <p:nvPr/>
          </p:nvSpPr>
          <p:spPr bwMode="auto">
            <a:xfrm flipH="1">
              <a:off x="4578" y="1149"/>
              <a:ext cx="785" cy="375"/>
            </a:xfrm>
            <a:prstGeom prst="rtTriangle">
              <a:avLst/>
            </a:prstGeom>
            <a:pattFill prst="lgGrid">
              <a:fgClr>
                <a:schemeClr val="bg1"/>
              </a:fgClr>
              <a:bgClr>
                <a:srgbClr val="CC0099"/>
              </a:bgClr>
            </a:pattFill>
            <a:ln w="9525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1088" y="684213"/>
            <a:ext cx="69818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676400" y="541338"/>
            <a:ext cx="1066800" cy="5326062"/>
            <a:chOff x="1056" y="341"/>
            <a:chExt cx="672" cy="3355"/>
          </a:xfrm>
        </p:grpSpPr>
        <p:sp>
          <p:nvSpPr>
            <p:cNvPr id="19465" name="Line 6"/>
            <p:cNvSpPr>
              <a:spLocks noChangeShapeType="1"/>
            </p:cNvSpPr>
            <p:nvPr/>
          </p:nvSpPr>
          <p:spPr bwMode="auto">
            <a:xfrm>
              <a:off x="1056" y="576"/>
              <a:ext cx="432" cy="0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9466" name="Text Box 10"/>
            <p:cNvSpPr txBox="1">
              <a:spLocks noChangeArrowheads="1"/>
            </p:cNvSpPr>
            <p:nvPr/>
          </p:nvSpPr>
          <p:spPr bwMode="auto">
            <a:xfrm>
              <a:off x="1089" y="342"/>
              <a:ext cx="3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nl-NL" i="1">
                  <a:solidFill>
                    <a:schemeClr val="accent1"/>
                  </a:solidFill>
                </a:rPr>
                <a:t>n-k</a:t>
              </a:r>
              <a:endParaRPr lang="nl-NL"/>
            </a:p>
          </p:txBody>
        </p:sp>
        <p:sp>
          <p:nvSpPr>
            <p:cNvPr id="19467" name="Line 5"/>
            <p:cNvSpPr>
              <a:spLocks noChangeShapeType="1"/>
            </p:cNvSpPr>
            <p:nvPr/>
          </p:nvSpPr>
          <p:spPr bwMode="auto">
            <a:xfrm>
              <a:off x="1488" y="480"/>
              <a:ext cx="0" cy="3216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9468" name="Line 7"/>
            <p:cNvSpPr>
              <a:spLocks noChangeShapeType="1"/>
            </p:cNvSpPr>
            <p:nvPr/>
          </p:nvSpPr>
          <p:spPr bwMode="auto">
            <a:xfrm flipV="1">
              <a:off x="1488" y="576"/>
              <a:ext cx="240" cy="0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9469" name="Text Box 11"/>
            <p:cNvSpPr txBox="1">
              <a:spLocks noChangeArrowheads="1"/>
            </p:cNvSpPr>
            <p:nvPr/>
          </p:nvSpPr>
          <p:spPr bwMode="auto">
            <a:xfrm>
              <a:off x="1518" y="341"/>
              <a:ext cx="17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nl-NL" i="1">
                  <a:solidFill>
                    <a:schemeClr val="accent1"/>
                  </a:solidFill>
                </a:rPr>
                <a:t>k</a:t>
              </a:r>
              <a:endParaRPr lang="nl-NL"/>
            </a:p>
          </p:txBody>
        </p:sp>
      </p:grp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2911475" y="1958975"/>
            <a:ext cx="9826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nl-NL" sz="2000" i="1">
                <a:solidFill>
                  <a:schemeClr val="accent1"/>
                </a:solidFill>
              </a:rPr>
              <a:t>K=2</a:t>
            </a:r>
            <a:r>
              <a:rPr lang="nl-NL" sz="2000" i="1" baseline="30000">
                <a:solidFill>
                  <a:schemeClr val="accent1"/>
                </a:solidFill>
              </a:rPr>
              <a:t>k</a:t>
            </a:r>
            <a:endParaRPr lang="nl-NL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5181600" y="2971800"/>
            <a:ext cx="609600" cy="304800"/>
            <a:chOff x="3264" y="1872"/>
            <a:chExt cx="384" cy="192"/>
          </a:xfrm>
        </p:grpSpPr>
        <p:sp>
          <p:nvSpPr>
            <p:cNvPr id="19463" name="Line 19"/>
            <p:cNvSpPr>
              <a:spLocks noChangeShapeType="1"/>
            </p:cNvSpPr>
            <p:nvPr/>
          </p:nvSpPr>
          <p:spPr bwMode="auto">
            <a:xfrm flipV="1">
              <a:off x="3312" y="1872"/>
              <a:ext cx="288" cy="0"/>
            </a:xfrm>
            <a:prstGeom prst="line">
              <a:avLst/>
            </a:prstGeom>
            <a:noFill/>
            <a:ln w="15875">
              <a:solidFill>
                <a:schemeClr val="accent1"/>
              </a:solidFill>
              <a:round/>
              <a:headEnd type="stealth" w="med" len="lg"/>
              <a:tailEnd type="stealth" w="med" len="lg"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19464" name="Text Box 20"/>
            <p:cNvSpPr txBox="1">
              <a:spLocks noChangeArrowheads="1"/>
            </p:cNvSpPr>
            <p:nvPr/>
          </p:nvSpPr>
          <p:spPr bwMode="auto">
            <a:xfrm>
              <a:off x="3264" y="1872"/>
              <a:ext cx="3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nl-NL" i="1">
                  <a:solidFill>
                    <a:schemeClr val="accent1"/>
                  </a:solidFill>
                </a:rPr>
                <a:t>n-k</a:t>
              </a:r>
              <a:endParaRPr lang="nl-NL"/>
            </a:p>
          </p:txBody>
        </p:sp>
      </p:grpSp>
      <p:sp>
        <p:nvSpPr>
          <p:cNvPr id="71705" name="Text Box 25"/>
          <p:cNvSpPr txBox="1">
            <a:spLocks noChangeArrowheads="1"/>
          </p:cNvSpPr>
          <p:nvPr/>
        </p:nvSpPr>
        <p:spPr bwMode="auto">
          <a:xfrm>
            <a:off x="3962400" y="2514600"/>
            <a:ext cx="914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nl-NL" sz="2000" i="1">
                <a:solidFill>
                  <a:schemeClr val="accent1"/>
                </a:solidFill>
              </a:rPr>
              <a:t>C&lt;2</a:t>
            </a:r>
            <a:r>
              <a:rPr lang="nl-NL" sz="2000" i="1" baseline="30000">
                <a:solidFill>
                  <a:schemeClr val="accent1"/>
                </a:solidFill>
              </a:rPr>
              <a:t>n-k</a:t>
            </a:r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2" grpId="0"/>
      <p:bldP spid="7170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overzicht besturingssystemen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895850"/>
          </a:xfrm>
        </p:spPr>
        <p:txBody>
          <a:bodyPr>
            <a:spAutoFit/>
          </a:bodyPr>
          <a:lstStyle/>
          <a:p>
            <a:r>
              <a:rPr lang="nl-NL"/>
              <a:t>basisbegrippen computerarchitectuur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instructiecyclus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kernelmodus </a:t>
            </a:r>
            <a:r>
              <a:rPr lang="nl-NL">
                <a:solidFill>
                  <a:srgbClr val="FF0000"/>
                </a:solidFill>
                <a:cs typeface="Times New Roman" pitchFamily="18" charset="0"/>
              </a:rPr>
              <a:t>↔</a:t>
            </a:r>
            <a:r>
              <a:rPr lang="nl-NL">
                <a:solidFill>
                  <a:srgbClr val="FF0000"/>
                </a:solidFill>
              </a:rPr>
              <a:t> gebruikersmodus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input/output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interrupts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geheugenhiërarchie</a:t>
            </a:r>
            <a:endParaRPr lang="nl-NL"/>
          </a:p>
          <a:p>
            <a:r>
              <a:rPr lang="nl-NL"/>
              <a:t>doel en functie</a:t>
            </a:r>
          </a:p>
          <a:p>
            <a:r>
              <a:rPr lang="nl-NL"/>
              <a:t>kenmerken van moderne besturingssystemen</a:t>
            </a:r>
          </a:p>
          <a:p>
            <a:r>
              <a:rPr lang="nl-NL"/>
              <a:t>overzicht Windows NT &amp; Unix/Linux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functie van besturingssystemen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676650"/>
          </a:xfrm>
        </p:spPr>
        <p:txBody>
          <a:bodyPr>
            <a:spAutoFit/>
          </a:bodyPr>
          <a:lstStyle/>
          <a:p>
            <a:r>
              <a:rPr lang="nl-NL">
                <a:solidFill>
                  <a:srgbClr val="FF0000"/>
                </a:solidFill>
              </a:rPr>
              <a:t>virtuele machine</a:t>
            </a:r>
            <a:r>
              <a:rPr lang="nl-NL"/>
              <a:t>: meer eenvoudige, gelaagde interface naar gebruikers en programmeurs toe</a:t>
            </a:r>
          </a:p>
          <a:p>
            <a:r>
              <a:rPr lang="nl-NL">
                <a:solidFill>
                  <a:srgbClr val="FF0000"/>
                </a:solidFill>
              </a:rPr>
              <a:t>beheerder van bronnen</a:t>
            </a:r>
            <a:endParaRPr lang="nl-NL"/>
          </a:p>
          <a:p>
            <a:pPr lvl="1"/>
            <a:r>
              <a:rPr lang="nl-NL"/>
              <a:t>processor(en)</a:t>
            </a:r>
          </a:p>
          <a:p>
            <a:pPr lvl="1"/>
            <a:r>
              <a:rPr lang="nl-NL"/>
              <a:t>geheugens</a:t>
            </a:r>
          </a:p>
          <a:p>
            <a:pPr lvl="1"/>
            <a:r>
              <a:rPr lang="nl-NL"/>
              <a:t>I/O-apparaten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0"/>
            <a:ext cx="7772400" cy="1143000"/>
          </a:xfrm>
        </p:spPr>
        <p:txBody>
          <a:bodyPr/>
          <a:lstStyle/>
          <a:p>
            <a:endParaRPr lang="nl-NL"/>
          </a:p>
        </p:txBody>
      </p:sp>
      <p:pic>
        <p:nvPicPr>
          <p:cNvPr id="22531" name="Picture 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1475" y="142875"/>
            <a:ext cx="6604000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48" name="Picture 2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1475" y="142875"/>
            <a:ext cx="6604000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49" name="Picture 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41475" y="142875"/>
            <a:ext cx="6604000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50" name="Picture 2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41475" y="142875"/>
            <a:ext cx="6604000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0"/>
            <a:ext cx="7772400" cy="1143000"/>
          </a:xfrm>
        </p:spPr>
        <p:txBody>
          <a:bodyPr/>
          <a:lstStyle/>
          <a:p>
            <a:endParaRPr lang="nl-NL"/>
          </a:p>
        </p:txBody>
      </p:sp>
      <p:pic>
        <p:nvPicPr>
          <p:cNvPr id="235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8450" y="322263"/>
            <a:ext cx="7491413" cy="621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8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8450" y="322263"/>
            <a:ext cx="7491413" cy="621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8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8450" y="322263"/>
            <a:ext cx="7491413" cy="621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82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68450" y="322263"/>
            <a:ext cx="7491413" cy="621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functie van besturingssystemen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81538"/>
          </a:xfrm>
        </p:spPr>
        <p:txBody>
          <a:bodyPr>
            <a:spAutoFit/>
          </a:bodyPr>
          <a:lstStyle/>
          <a:p>
            <a:r>
              <a:rPr lang="nl-NL">
                <a:solidFill>
                  <a:srgbClr val="FF0000"/>
                </a:solidFill>
              </a:rPr>
              <a:t>eenvoudige interface</a:t>
            </a:r>
            <a:endParaRPr lang="nl-NL"/>
          </a:p>
          <a:p>
            <a:pPr lvl="1"/>
            <a:r>
              <a:rPr lang="nl-NL"/>
              <a:t>laden en uitvoeren van programma’s</a:t>
            </a:r>
          </a:p>
          <a:p>
            <a:pPr lvl="1"/>
            <a:r>
              <a:rPr lang="nl-NL"/>
              <a:t>toegang tot hulpprogramma’s</a:t>
            </a:r>
          </a:p>
          <a:p>
            <a:pPr lvl="1"/>
            <a:r>
              <a:rPr lang="nl-NL"/>
              <a:t>afhandeling software en hardware fouten</a:t>
            </a:r>
          </a:p>
          <a:p>
            <a:pPr lvl="1"/>
            <a:r>
              <a:rPr lang="nl-NL"/>
              <a:t>uniforme interface naar I/O apparaten</a:t>
            </a:r>
          </a:p>
          <a:p>
            <a:pPr lvl="1"/>
            <a:r>
              <a:rPr lang="nl-NL"/>
              <a:t>uniforme toegang tot bestanden</a:t>
            </a:r>
          </a:p>
          <a:p>
            <a:pPr lvl="1"/>
            <a:r>
              <a:rPr lang="nl-NL"/>
              <a:t>samenwerking en synchronisatie programma’s</a:t>
            </a:r>
          </a:p>
          <a:p>
            <a:pPr lvl="1"/>
            <a:r>
              <a:rPr lang="nl-NL"/>
              <a:t>beveiliging</a:t>
            </a:r>
          </a:p>
          <a:p>
            <a:pPr lvl="1"/>
            <a:r>
              <a:rPr lang="nl-NL"/>
              <a:t>gebruik- en prestatiestatistieken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functie van besturingssystemen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458200" cy="4214813"/>
          </a:xfrm>
        </p:spPr>
        <p:txBody>
          <a:bodyPr>
            <a:spAutoFit/>
          </a:bodyPr>
          <a:lstStyle/>
          <a:p>
            <a:r>
              <a:rPr lang="nl-NL">
                <a:solidFill>
                  <a:srgbClr val="FF0000"/>
                </a:solidFill>
              </a:rPr>
              <a:t>beheerder van bronnen</a:t>
            </a:r>
            <a:r>
              <a:rPr lang="nl-NL"/>
              <a:t>: toewijzen van voorzieningen aan programma’s</a:t>
            </a:r>
          </a:p>
          <a:p>
            <a:pPr lvl="1"/>
            <a:r>
              <a:rPr lang="nl-NL"/>
              <a:t>processor(en)</a:t>
            </a:r>
          </a:p>
          <a:p>
            <a:pPr lvl="1"/>
            <a:r>
              <a:rPr lang="nl-NL"/>
              <a:t>geheugens</a:t>
            </a:r>
          </a:p>
          <a:p>
            <a:pPr lvl="1"/>
            <a:r>
              <a:rPr lang="nl-NL"/>
              <a:t>I/O-apparaten en bestanden</a:t>
            </a:r>
          </a:p>
          <a:p>
            <a:pPr lvl="2">
              <a:buFontTx/>
              <a:buChar char="+"/>
            </a:pPr>
            <a:r>
              <a:rPr lang="nl-NL" sz="2800">
                <a:solidFill>
                  <a:schemeClr val="accent1"/>
                </a:solidFill>
              </a:rPr>
              <a:t> regeling van de gegevensstroom</a:t>
            </a:r>
          </a:p>
          <a:p>
            <a:pPr>
              <a:buFontTx/>
              <a:buNone/>
            </a:pPr>
            <a:endParaRPr lang="nl-NL" sz="280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nl-NL">
                <a:solidFill>
                  <a:srgbClr val="FF0000"/>
                </a:solidFill>
              </a:rPr>
              <a:t>doet hiervoor een beroep op hardware faciliteiten !</a:t>
            </a:r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overzicht besturingssystemen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895850"/>
          </a:xfrm>
        </p:spPr>
        <p:txBody>
          <a:bodyPr>
            <a:spAutoFit/>
          </a:bodyPr>
          <a:lstStyle/>
          <a:p>
            <a:r>
              <a:rPr lang="nl-NL"/>
              <a:t>basisbegrippen computerarchitectuur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instructiecyclus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kernelmodus </a:t>
            </a:r>
            <a:r>
              <a:rPr lang="nl-NL">
                <a:solidFill>
                  <a:srgbClr val="FF0000"/>
                </a:solidFill>
                <a:cs typeface="Times New Roman" pitchFamily="18" charset="0"/>
              </a:rPr>
              <a:t>↔</a:t>
            </a:r>
            <a:r>
              <a:rPr lang="nl-NL">
                <a:solidFill>
                  <a:srgbClr val="FF0000"/>
                </a:solidFill>
              </a:rPr>
              <a:t> gebruikersmodus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input/output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interrupts</a:t>
            </a:r>
          </a:p>
          <a:p>
            <a:pPr lvl="1"/>
            <a:r>
              <a:rPr lang="nl-NL">
                <a:solidFill>
                  <a:srgbClr val="FF0000"/>
                </a:solidFill>
              </a:rPr>
              <a:t>geheugenhiërarchie</a:t>
            </a:r>
            <a:endParaRPr lang="nl-NL"/>
          </a:p>
          <a:p>
            <a:r>
              <a:rPr lang="nl-NL"/>
              <a:t>doel en functie</a:t>
            </a:r>
          </a:p>
          <a:p>
            <a:r>
              <a:rPr lang="nl-NL"/>
              <a:t>kenmerken van moderne besturingssystemen</a:t>
            </a:r>
          </a:p>
          <a:p>
            <a:r>
              <a:rPr lang="nl-NL"/>
              <a:t>overzicht Windows NT &amp; Unix/Linux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kenmerken van moderne besturingssystemen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286125"/>
          </a:xfrm>
        </p:spPr>
        <p:txBody>
          <a:bodyPr>
            <a:spAutoFit/>
          </a:bodyPr>
          <a:lstStyle/>
          <a:p>
            <a:r>
              <a:rPr lang="nl-NL">
                <a:solidFill>
                  <a:srgbClr val="FF0000"/>
                </a:solidFill>
              </a:rPr>
              <a:t>multitasking</a:t>
            </a:r>
            <a:r>
              <a:rPr lang="nl-NL"/>
              <a:t> en multithreading</a:t>
            </a:r>
          </a:p>
          <a:p>
            <a:r>
              <a:rPr lang="nl-NL"/>
              <a:t>symmetrische </a:t>
            </a:r>
            <a:r>
              <a:rPr lang="nl-NL">
                <a:solidFill>
                  <a:srgbClr val="FF0000"/>
                </a:solidFill>
              </a:rPr>
              <a:t>multiprocessing</a:t>
            </a:r>
            <a:endParaRPr lang="nl-NL"/>
          </a:p>
          <a:p>
            <a:r>
              <a:rPr lang="nl-NL">
                <a:solidFill>
                  <a:srgbClr val="FF0000"/>
                </a:solidFill>
              </a:rPr>
              <a:t>modulair ontwerp</a:t>
            </a:r>
            <a:endParaRPr lang="nl-NL"/>
          </a:p>
          <a:p>
            <a:pPr lvl="1"/>
            <a:r>
              <a:rPr lang="nl-NL"/>
              <a:t>microkernelarchitectuur</a:t>
            </a:r>
          </a:p>
          <a:p>
            <a:pPr lvl="1"/>
            <a:r>
              <a:rPr lang="nl-NL"/>
              <a:t>objectgeoriënteerd ontwerp</a:t>
            </a:r>
          </a:p>
          <a:p>
            <a:pPr lvl="1"/>
            <a:r>
              <a:rPr lang="nl-NL"/>
              <a:t>gedistribueerde omgeving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multitasking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9300" y="2451100"/>
            <a:ext cx="7643813" cy="19526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773113" y="2481263"/>
            <a:ext cx="701675" cy="690562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4559300" y="2489200"/>
            <a:ext cx="701675" cy="69056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multitasking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1375" y="1435100"/>
            <a:ext cx="7459663" cy="39830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2295525" y="1457325"/>
            <a:ext cx="555625" cy="54451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5273675" y="1454150"/>
            <a:ext cx="555625" cy="54451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5273675" y="3897313"/>
            <a:ext cx="555625" cy="544512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2289175" y="3895725"/>
            <a:ext cx="555625" cy="54451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3376613" y="3076575"/>
            <a:ext cx="555625" cy="5445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3373438" y="3892550"/>
            <a:ext cx="555625" cy="5445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6342063" y="3889375"/>
            <a:ext cx="555625" cy="5445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6350000" y="3089275"/>
            <a:ext cx="555625" cy="5445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75789" name="Line 13"/>
          <p:cNvSpPr>
            <a:spLocks noChangeShapeType="1"/>
          </p:cNvSpPr>
          <p:nvPr/>
        </p:nvSpPr>
        <p:spPr bwMode="auto">
          <a:xfrm flipV="1">
            <a:off x="2847975" y="1997075"/>
            <a:ext cx="2422525" cy="1588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 type="stealth" w="lg" len="lg"/>
            <a:tailEnd type="stealth" w="lg" len="lg"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75790" name="Line 14"/>
          <p:cNvSpPr>
            <a:spLocks noChangeShapeType="1"/>
          </p:cNvSpPr>
          <p:nvPr/>
        </p:nvSpPr>
        <p:spPr bwMode="auto">
          <a:xfrm flipV="1">
            <a:off x="3943350" y="4438650"/>
            <a:ext cx="1325563" cy="1588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 type="stealth" w="lg" len="lg"/>
            <a:tailEnd type="stealth" w="lg" len="lg"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animBg="1"/>
      <p:bldP spid="757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multiprocessing</a:t>
            </a:r>
          </a:p>
        </p:txBody>
      </p:sp>
      <p:pic>
        <p:nvPicPr>
          <p:cNvPr id="30723" name="Picture 4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663" y="1101725"/>
            <a:ext cx="3829050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46" name="Picture 4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7663" y="1101725"/>
            <a:ext cx="3829050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48" name="Picture 4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7663" y="1101725"/>
            <a:ext cx="3829050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49" name="Picture 4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7663" y="1101725"/>
            <a:ext cx="8451850" cy="522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19"/>
          <p:cNvGrpSpPr>
            <a:grpSpLocks/>
          </p:cNvGrpSpPr>
          <p:nvPr/>
        </p:nvGrpSpPr>
        <p:grpSpPr bwMode="auto">
          <a:xfrm>
            <a:off x="88900" y="892175"/>
            <a:ext cx="8964613" cy="5338763"/>
            <a:chOff x="57" y="562"/>
            <a:chExt cx="5647" cy="3363"/>
          </a:xfrm>
        </p:grpSpPr>
        <p:pic>
          <p:nvPicPr>
            <p:cNvPr id="31767" name="Picture 2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1" y="562"/>
              <a:ext cx="5037" cy="336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31768" name="Rectangle 21"/>
            <p:cNvSpPr>
              <a:spLocks noChangeArrowheads="1"/>
            </p:cNvSpPr>
            <p:nvPr/>
          </p:nvSpPr>
          <p:spPr bwMode="auto">
            <a:xfrm>
              <a:off x="1668" y="1113"/>
              <a:ext cx="695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9" name="Rectangle 22"/>
            <p:cNvSpPr>
              <a:spLocks noChangeArrowheads="1"/>
            </p:cNvSpPr>
            <p:nvPr/>
          </p:nvSpPr>
          <p:spPr bwMode="auto">
            <a:xfrm>
              <a:off x="3041" y="1111"/>
              <a:ext cx="1361" cy="8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0" name="Rectangle 23"/>
            <p:cNvSpPr>
              <a:spLocks noChangeArrowheads="1"/>
            </p:cNvSpPr>
            <p:nvPr/>
          </p:nvSpPr>
          <p:spPr bwMode="auto">
            <a:xfrm>
              <a:off x="1262" y="1437"/>
              <a:ext cx="415" cy="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1" name="Rectangle 24"/>
            <p:cNvSpPr>
              <a:spLocks noChangeArrowheads="1"/>
            </p:cNvSpPr>
            <p:nvPr/>
          </p:nvSpPr>
          <p:spPr bwMode="auto">
            <a:xfrm>
              <a:off x="2357" y="1437"/>
              <a:ext cx="1367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2" name="Rectangle 25"/>
            <p:cNvSpPr>
              <a:spLocks noChangeArrowheads="1"/>
            </p:cNvSpPr>
            <p:nvPr/>
          </p:nvSpPr>
          <p:spPr bwMode="auto">
            <a:xfrm>
              <a:off x="1269" y="1764"/>
              <a:ext cx="1771" cy="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3" name="Rectangle 26"/>
            <p:cNvSpPr>
              <a:spLocks noChangeArrowheads="1"/>
            </p:cNvSpPr>
            <p:nvPr/>
          </p:nvSpPr>
          <p:spPr bwMode="auto">
            <a:xfrm>
              <a:off x="1673" y="2735"/>
              <a:ext cx="682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4" name="Rectangle 27"/>
            <p:cNvSpPr>
              <a:spLocks noChangeArrowheads="1"/>
            </p:cNvSpPr>
            <p:nvPr/>
          </p:nvSpPr>
          <p:spPr bwMode="auto">
            <a:xfrm>
              <a:off x="3036" y="2736"/>
              <a:ext cx="695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5" name="Rectangle 28"/>
            <p:cNvSpPr>
              <a:spLocks noChangeArrowheads="1"/>
            </p:cNvSpPr>
            <p:nvPr/>
          </p:nvSpPr>
          <p:spPr bwMode="auto">
            <a:xfrm>
              <a:off x="1946" y="3055"/>
              <a:ext cx="695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6" name="Rectangle 29"/>
            <p:cNvSpPr>
              <a:spLocks noChangeArrowheads="1"/>
            </p:cNvSpPr>
            <p:nvPr/>
          </p:nvSpPr>
          <p:spPr bwMode="auto">
            <a:xfrm>
              <a:off x="1269" y="3381"/>
              <a:ext cx="688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7" name="Rectangle 30"/>
            <p:cNvSpPr>
              <a:spLocks noChangeArrowheads="1"/>
            </p:cNvSpPr>
            <p:nvPr/>
          </p:nvSpPr>
          <p:spPr bwMode="auto">
            <a:xfrm>
              <a:off x="3617" y="2305"/>
              <a:ext cx="284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8" name="Rectangle 31"/>
            <p:cNvSpPr>
              <a:spLocks noChangeArrowheads="1"/>
            </p:cNvSpPr>
            <p:nvPr/>
          </p:nvSpPr>
          <p:spPr bwMode="auto">
            <a:xfrm>
              <a:off x="57" y="1949"/>
              <a:ext cx="5647" cy="2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79" name="Rectangle 32"/>
            <p:cNvSpPr>
              <a:spLocks noChangeArrowheads="1"/>
            </p:cNvSpPr>
            <p:nvPr/>
          </p:nvSpPr>
          <p:spPr bwMode="auto">
            <a:xfrm>
              <a:off x="57" y="2568"/>
              <a:ext cx="5647" cy="12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multitasking en multiprocessing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90488" y="892175"/>
            <a:ext cx="8964612" cy="5338763"/>
            <a:chOff x="57" y="562"/>
            <a:chExt cx="5647" cy="3363"/>
          </a:xfrm>
        </p:grpSpPr>
        <p:pic>
          <p:nvPicPr>
            <p:cNvPr id="3175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1" y="562"/>
              <a:ext cx="5037" cy="336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31755" name="Rectangle 5"/>
            <p:cNvSpPr>
              <a:spLocks noChangeArrowheads="1"/>
            </p:cNvSpPr>
            <p:nvPr/>
          </p:nvSpPr>
          <p:spPr bwMode="auto">
            <a:xfrm>
              <a:off x="1668" y="1113"/>
              <a:ext cx="695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56" name="Rectangle 6"/>
            <p:cNvSpPr>
              <a:spLocks noChangeArrowheads="1"/>
            </p:cNvSpPr>
            <p:nvPr/>
          </p:nvSpPr>
          <p:spPr bwMode="auto">
            <a:xfrm>
              <a:off x="3041" y="1111"/>
              <a:ext cx="1361" cy="8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57" name="Rectangle 7"/>
            <p:cNvSpPr>
              <a:spLocks noChangeArrowheads="1"/>
            </p:cNvSpPr>
            <p:nvPr/>
          </p:nvSpPr>
          <p:spPr bwMode="auto">
            <a:xfrm>
              <a:off x="1262" y="1437"/>
              <a:ext cx="415" cy="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58" name="Rectangle 8"/>
            <p:cNvSpPr>
              <a:spLocks noChangeArrowheads="1"/>
            </p:cNvSpPr>
            <p:nvPr/>
          </p:nvSpPr>
          <p:spPr bwMode="auto">
            <a:xfrm>
              <a:off x="2357" y="1437"/>
              <a:ext cx="1367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59" name="Rectangle 9"/>
            <p:cNvSpPr>
              <a:spLocks noChangeArrowheads="1"/>
            </p:cNvSpPr>
            <p:nvPr/>
          </p:nvSpPr>
          <p:spPr bwMode="auto">
            <a:xfrm>
              <a:off x="1269" y="1764"/>
              <a:ext cx="1771" cy="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0" name="Rectangle 10"/>
            <p:cNvSpPr>
              <a:spLocks noChangeArrowheads="1"/>
            </p:cNvSpPr>
            <p:nvPr/>
          </p:nvSpPr>
          <p:spPr bwMode="auto">
            <a:xfrm>
              <a:off x="1673" y="2735"/>
              <a:ext cx="682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1" name="Rectangle 11"/>
            <p:cNvSpPr>
              <a:spLocks noChangeArrowheads="1"/>
            </p:cNvSpPr>
            <p:nvPr/>
          </p:nvSpPr>
          <p:spPr bwMode="auto">
            <a:xfrm>
              <a:off x="3036" y="2736"/>
              <a:ext cx="695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2" name="Rectangle 12"/>
            <p:cNvSpPr>
              <a:spLocks noChangeArrowheads="1"/>
            </p:cNvSpPr>
            <p:nvPr/>
          </p:nvSpPr>
          <p:spPr bwMode="auto">
            <a:xfrm>
              <a:off x="1946" y="3055"/>
              <a:ext cx="695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3" name="Rectangle 13"/>
            <p:cNvSpPr>
              <a:spLocks noChangeArrowheads="1"/>
            </p:cNvSpPr>
            <p:nvPr/>
          </p:nvSpPr>
          <p:spPr bwMode="auto">
            <a:xfrm>
              <a:off x="1269" y="3381"/>
              <a:ext cx="688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4" name="Rectangle 14"/>
            <p:cNvSpPr>
              <a:spLocks noChangeArrowheads="1"/>
            </p:cNvSpPr>
            <p:nvPr/>
          </p:nvSpPr>
          <p:spPr bwMode="auto">
            <a:xfrm>
              <a:off x="3617" y="2305"/>
              <a:ext cx="284" cy="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5" name="Rectangle 15"/>
            <p:cNvSpPr>
              <a:spLocks noChangeArrowheads="1"/>
            </p:cNvSpPr>
            <p:nvPr/>
          </p:nvSpPr>
          <p:spPr bwMode="auto">
            <a:xfrm>
              <a:off x="57" y="1949"/>
              <a:ext cx="5647" cy="2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66" name="Rectangle 16"/>
            <p:cNvSpPr>
              <a:spLocks noChangeArrowheads="1"/>
            </p:cNvSpPr>
            <p:nvPr/>
          </p:nvSpPr>
          <p:spPr bwMode="auto">
            <a:xfrm>
              <a:off x="57" y="3566"/>
              <a:ext cx="5647" cy="22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412038" y="1079500"/>
            <a:ext cx="1077912" cy="4070350"/>
            <a:chOff x="4669" y="680"/>
            <a:chExt cx="679" cy="2564"/>
          </a:xfrm>
        </p:grpSpPr>
        <p:sp>
          <p:nvSpPr>
            <p:cNvPr id="31751" name="Line 17"/>
            <p:cNvSpPr>
              <a:spLocks noChangeShapeType="1"/>
            </p:cNvSpPr>
            <p:nvPr/>
          </p:nvSpPr>
          <p:spPr bwMode="auto">
            <a:xfrm flipV="1">
              <a:off x="4669" y="680"/>
              <a:ext cx="0" cy="2564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52" name="Line 33"/>
            <p:cNvSpPr>
              <a:spLocks noChangeShapeType="1"/>
            </p:cNvSpPr>
            <p:nvPr/>
          </p:nvSpPr>
          <p:spPr bwMode="auto">
            <a:xfrm flipV="1">
              <a:off x="5343" y="680"/>
              <a:ext cx="0" cy="2564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1753" name="Line 34"/>
            <p:cNvSpPr>
              <a:spLocks noChangeAspect="1" noChangeShapeType="1"/>
            </p:cNvSpPr>
            <p:nvPr/>
          </p:nvSpPr>
          <p:spPr bwMode="auto">
            <a:xfrm flipV="1">
              <a:off x="4669" y="1742"/>
              <a:ext cx="679" cy="1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 type="stealth" w="lg" len="lg"/>
              <a:tailEnd type="stealth" w="lg" len="lg"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monolithische kernel</a:t>
            </a:r>
          </a:p>
        </p:txBody>
      </p:sp>
      <p:pic>
        <p:nvPicPr>
          <p:cNvPr id="3277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938213"/>
            <a:ext cx="5027613" cy="497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3608388" y="977900"/>
            <a:ext cx="774700" cy="350838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5095875" y="965200"/>
            <a:ext cx="784225" cy="3714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4" name="Rectangle 7"/>
          <p:cNvSpPr>
            <a:spLocks noChangeArrowheads="1"/>
          </p:cNvSpPr>
          <p:nvPr/>
        </p:nvSpPr>
        <p:spPr bwMode="auto">
          <a:xfrm>
            <a:off x="3851275" y="5632450"/>
            <a:ext cx="1819275" cy="22701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5" name="Rectangle 8"/>
          <p:cNvSpPr>
            <a:spLocks noChangeArrowheads="1"/>
          </p:cNvSpPr>
          <p:nvPr/>
        </p:nvSpPr>
        <p:spPr bwMode="auto">
          <a:xfrm>
            <a:off x="4159250" y="2025650"/>
            <a:ext cx="1187450" cy="247650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6" name="Rectangle 9"/>
          <p:cNvSpPr>
            <a:spLocks noChangeArrowheads="1"/>
          </p:cNvSpPr>
          <p:nvPr/>
        </p:nvSpPr>
        <p:spPr bwMode="auto">
          <a:xfrm>
            <a:off x="3648075" y="2778125"/>
            <a:ext cx="763588" cy="371475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7" name="Rectangle 10"/>
          <p:cNvSpPr>
            <a:spLocks noChangeArrowheads="1"/>
          </p:cNvSpPr>
          <p:nvPr/>
        </p:nvSpPr>
        <p:spPr bwMode="auto">
          <a:xfrm>
            <a:off x="4370388" y="4814888"/>
            <a:ext cx="763587" cy="371475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8" name="Rectangle 11"/>
          <p:cNvSpPr>
            <a:spLocks noChangeArrowheads="1"/>
          </p:cNvSpPr>
          <p:nvPr/>
        </p:nvSpPr>
        <p:spPr bwMode="auto">
          <a:xfrm>
            <a:off x="3332163" y="3879850"/>
            <a:ext cx="763587" cy="371475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79" name="Rectangle 12"/>
          <p:cNvSpPr>
            <a:spLocks noChangeArrowheads="1"/>
          </p:cNvSpPr>
          <p:nvPr/>
        </p:nvSpPr>
        <p:spPr bwMode="auto">
          <a:xfrm>
            <a:off x="5089525" y="2779713"/>
            <a:ext cx="763588" cy="371475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80" name="Rectangle 13"/>
          <p:cNvSpPr>
            <a:spLocks noChangeArrowheads="1"/>
          </p:cNvSpPr>
          <p:nvPr/>
        </p:nvSpPr>
        <p:spPr bwMode="auto">
          <a:xfrm>
            <a:off x="5400675" y="3886200"/>
            <a:ext cx="763588" cy="371475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2781" name="Line 14"/>
          <p:cNvSpPr>
            <a:spLocks noChangeShapeType="1"/>
          </p:cNvSpPr>
          <p:nvPr/>
        </p:nvSpPr>
        <p:spPr bwMode="auto">
          <a:xfrm>
            <a:off x="909638" y="1697038"/>
            <a:ext cx="72802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gelaagde kernel</a:t>
            </a:r>
          </a:p>
        </p:txBody>
      </p:sp>
      <p:pic>
        <p:nvPicPr>
          <p:cNvPr id="33795" name="Picture 5"/>
          <p:cNvPicPr>
            <a:picLocks noChangeAspect="1" noChangeArrowheads="1"/>
          </p:cNvPicPr>
          <p:nvPr/>
        </p:nvPicPr>
        <p:blipFill>
          <a:blip r:embed="rId2" cstate="print"/>
          <a:srcRect r="49150"/>
          <a:stretch>
            <a:fillRect/>
          </a:stretch>
        </p:blipFill>
        <p:spPr bwMode="auto">
          <a:xfrm>
            <a:off x="2147888" y="1201738"/>
            <a:ext cx="484505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Line 6"/>
          <p:cNvSpPr>
            <a:spLocks noChangeShapeType="1"/>
          </p:cNvSpPr>
          <p:nvPr/>
        </p:nvSpPr>
        <p:spPr bwMode="auto">
          <a:xfrm>
            <a:off x="930275" y="2266950"/>
            <a:ext cx="72802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3797" name="Rectangle 7"/>
          <p:cNvSpPr>
            <a:spLocks noChangeArrowheads="1"/>
          </p:cNvSpPr>
          <p:nvPr/>
        </p:nvSpPr>
        <p:spPr bwMode="auto">
          <a:xfrm>
            <a:off x="3535363" y="1774825"/>
            <a:ext cx="2679700" cy="47625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microkernelarchitectuur</a:t>
            </a:r>
          </a:p>
        </p:txBody>
      </p:sp>
      <p:grpSp>
        <p:nvGrpSpPr>
          <p:cNvPr id="34819" name="Group 15"/>
          <p:cNvGrpSpPr>
            <a:grpSpLocks/>
          </p:cNvGrpSpPr>
          <p:nvPr/>
        </p:nvGrpSpPr>
        <p:grpSpPr bwMode="auto">
          <a:xfrm>
            <a:off x="1506538" y="1228725"/>
            <a:ext cx="6129337" cy="4395788"/>
            <a:chOff x="949" y="774"/>
            <a:chExt cx="3861" cy="2769"/>
          </a:xfrm>
        </p:grpSpPr>
        <p:pic>
          <p:nvPicPr>
            <p:cNvPr id="3485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49" y="774"/>
              <a:ext cx="3861" cy="2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53" name="Rectangle 6"/>
            <p:cNvSpPr>
              <a:spLocks noChangeArrowheads="1"/>
            </p:cNvSpPr>
            <p:nvPr/>
          </p:nvSpPr>
          <p:spPr bwMode="auto">
            <a:xfrm>
              <a:off x="2250" y="2856"/>
              <a:ext cx="886" cy="175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1506538" y="1227138"/>
            <a:ext cx="6129337" cy="4395787"/>
            <a:chOff x="949" y="773"/>
            <a:chExt cx="3861" cy="2769"/>
          </a:xfrm>
        </p:grpSpPr>
        <p:grpSp>
          <p:nvGrpSpPr>
            <p:cNvPr id="34848" name="Group 16"/>
            <p:cNvGrpSpPr>
              <a:grpSpLocks/>
            </p:cNvGrpSpPr>
            <p:nvPr/>
          </p:nvGrpSpPr>
          <p:grpSpPr bwMode="auto">
            <a:xfrm>
              <a:off x="949" y="773"/>
              <a:ext cx="3861" cy="2769"/>
              <a:chOff x="949" y="774"/>
              <a:chExt cx="3861" cy="2769"/>
            </a:xfrm>
          </p:grpSpPr>
          <p:pic>
            <p:nvPicPr>
              <p:cNvPr id="34850" name="Picture 1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949" y="774"/>
                <a:ext cx="3861" cy="27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4851" name="Rectangle 18"/>
              <p:cNvSpPr>
                <a:spLocks noChangeArrowheads="1"/>
              </p:cNvSpPr>
              <p:nvPr/>
            </p:nvSpPr>
            <p:spPr bwMode="auto">
              <a:xfrm>
                <a:off x="2250" y="2856"/>
                <a:ext cx="886" cy="175"/>
              </a:xfrm>
              <a:prstGeom prst="rect">
                <a:avLst/>
              </a:prstGeom>
              <a:solidFill>
                <a:srgbClr val="FF00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sp>
          <p:nvSpPr>
            <p:cNvPr id="34849" name="Rectangle 7"/>
            <p:cNvSpPr>
              <a:spLocks noChangeArrowheads="1"/>
            </p:cNvSpPr>
            <p:nvPr/>
          </p:nvSpPr>
          <p:spPr bwMode="auto">
            <a:xfrm>
              <a:off x="2243" y="2405"/>
              <a:ext cx="886" cy="175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506538" y="1227138"/>
            <a:ext cx="6129337" cy="4395787"/>
            <a:chOff x="949" y="773"/>
            <a:chExt cx="3861" cy="2769"/>
          </a:xfrm>
        </p:grpSpPr>
        <p:grpSp>
          <p:nvGrpSpPr>
            <p:cNvPr id="34837" name="Group 20"/>
            <p:cNvGrpSpPr>
              <a:grpSpLocks/>
            </p:cNvGrpSpPr>
            <p:nvPr/>
          </p:nvGrpSpPr>
          <p:grpSpPr bwMode="auto">
            <a:xfrm>
              <a:off x="949" y="773"/>
              <a:ext cx="3861" cy="2769"/>
              <a:chOff x="949" y="773"/>
              <a:chExt cx="3861" cy="2769"/>
            </a:xfrm>
          </p:grpSpPr>
          <p:grpSp>
            <p:nvGrpSpPr>
              <p:cNvPr id="34844" name="Group 21"/>
              <p:cNvGrpSpPr>
                <a:grpSpLocks/>
              </p:cNvGrpSpPr>
              <p:nvPr/>
            </p:nvGrpSpPr>
            <p:grpSpPr bwMode="auto">
              <a:xfrm>
                <a:off x="949" y="773"/>
                <a:ext cx="3861" cy="2769"/>
                <a:chOff x="949" y="774"/>
                <a:chExt cx="3861" cy="2769"/>
              </a:xfrm>
            </p:grpSpPr>
            <p:pic>
              <p:nvPicPr>
                <p:cNvPr id="34846" name="Picture 2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949" y="774"/>
                  <a:ext cx="3861" cy="27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847" name="Rectangle 23"/>
                <p:cNvSpPr>
                  <a:spLocks noChangeArrowheads="1"/>
                </p:cNvSpPr>
                <p:nvPr/>
              </p:nvSpPr>
              <p:spPr bwMode="auto">
                <a:xfrm>
                  <a:off x="2250" y="2856"/>
                  <a:ext cx="886" cy="175"/>
                </a:xfrm>
                <a:prstGeom prst="rect">
                  <a:avLst/>
                </a:prstGeom>
                <a:solidFill>
                  <a:srgbClr val="FF0000">
                    <a:alpha val="50195"/>
                  </a:srgb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sp>
            <p:nvSpPr>
              <p:cNvPr id="34845" name="Rectangle 24"/>
              <p:cNvSpPr>
                <a:spLocks noChangeArrowheads="1"/>
              </p:cNvSpPr>
              <p:nvPr/>
            </p:nvSpPr>
            <p:spPr bwMode="auto">
              <a:xfrm>
                <a:off x="2243" y="2405"/>
                <a:ext cx="886" cy="175"/>
              </a:xfrm>
              <a:prstGeom prst="rect">
                <a:avLst/>
              </a:prstGeom>
              <a:solidFill>
                <a:schemeClr val="accent2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grpSp>
          <p:nvGrpSpPr>
            <p:cNvPr id="34838" name="Group 14"/>
            <p:cNvGrpSpPr>
              <a:grpSpLocks/>
            </p:cNvGrpSpPr>
            <p:nvPr/>
          </p:nvGrpSpPr>
          <p:grpSpPr bwMode="auto">
            <a:xfrm>
              <a:off x="1498" y="796"/>
              <a:ext cx="2665" cy="748"/>
              <a:chOff x="1498" y="796"/>
              <a:chExt cx="2665" cy="748"/>
            </a:xfrm>
          </p:grpSpPr>
          <p:sp>
            <p:nvSpPr>
              <p:cNvPr id="34839" name="Rectangle 8"/>
              <p:cNvSpPr>
                <a:spLocks noChangeArrowheads="1"/>
              </p:cNvSpPr>
              <p:nvPr/>
            </p:nvSpPr>
            <p:spPr bwMode="auto">
              <a:xfrm>
                <a:off x="1995" y="798"/>
                <a:ext cx="585" cy="27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4840" name="Rectangle 9"/>
              <p:cNvSpPr>
                <a:spLocks noChangeArrowheads="1"/>
              </p:cNvSpPr>
              <p:nvPr/>
            </p:nvSpPr>
            <p:spPr bwMode="auto">
              <a:xfrm>
                <a:off x="3017" y="796"/>
                <a:ext cx="585" cy="27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4841" name="Rectangle 10"/>
              <p:cNvSpPr>
                <a:spLocks noChangeArrowheads="1"/>
              </p:cNvSpPr>
              <p:nvPr/>
            </p:nvSpPr>
            <p:spPr bwMode="auto">
              <a:xfrm>
                <a:off x="1498" y="1272"/>
                <a:ext cx="585" cy="27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4842" name="Rectangle 11"/>
              <p:cNvSpPr>
                <a:spLocks noChangeArrowheads="1"/>
              </p:cNvSpPr>
              <p:nvPr/>
            </p:nvSpPr>
            <p:spPr bwMode="auto">
              <a:xfrm>
                <a:off x="2521" y="1272"/>
                <a:ext cx="585" cy="27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4843" name="Rectangle 12"/>
              <p:cNvSpPr>
                <a:spLocks noChangeArrowheads="1"/>
              </p:cNvSpPr>
              <p:nvPr/>
            </p:nvSpPr>
            <p:spPr bwMode="auto">
              <a:xfrm>
                <a:off x="3578" y="1266"/>
                <a:ext cx="585" cy="27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1506538" y="1227138"/>
            <a:ext cx="6129337" cy="4395787"/>
            <a:chOff x="949" y="773"/>
            <a:chExt cx="3861" cy="2769"/>
          </a:xfrm>
        </p:grpSpPr>
        <p:grpSp>
          <p:nvGrpSpPr>
            <p:cNvPr id="34824" name="Group 26"/>
            <p:cNvGrpSpPr>
              <a:grpSpLocks/>
            </p:cNvGrpSpPr>
            <p:nvPr/>
          </p:nvGrpSpPr>
          <p:grpSpPr bwMode="auto">
            <a:xfrm>
              <a:off x="949" y="773"/>
              <a:ext cx="3861" cy="2769"/>
              <a:chOff x="949" y="773"/>
              <a:chExt cx="3861" cy="2769"/>
            </a:xfrm>
          </p:grpSpPr>
          <p:grpSp>
            <p:nvGrpSpPr>
              <p:cNvPr id="34826" name="Group 27"/>
              <p:cNvGrpSpPr>
                <a:grpSpLocks/>
              </p:cNvGrpSpPr>
              <p:nvPr/>
            </p:nvGrpSpPr>
            <p:grpSpPr bwMode="auto">
              <a:xfrm>
                <a:off x="949" y="773"/>
                <a:ext cx="3861" cy="2769"/>
                <a:chOff x="949" y="773"/>
                <a:chExt cx="3861" cy="2769"/>
              </a:xfrm>
            </p:grpSpPr>
            <p:grpSp>
              <p:nvGrpSpPr>
                <p:cNvPr id="34833" name="Group 28"/>
                <p:cNvGrpSpPr>
                  <a:grpSpLocks/>
                </p:cNvGrpSpPr>
                <p:nvPr/>
              </p:nvGrpSpPr>
              <p:grpSpPr bwMode="auto">
                <a:xfrm>
                  <a:off x="949" y="773"/>
                  <a:ext cx="3861" cy="2769"/>
                  <a:chOff x="949" y="774"/>
                  <a:chExt cx="3861" cy="2769"/>
                </a:xfrm>
              </p:grpSpPr>
              <p:pic>
                <p:nvPicPr>
                  <p:cNvPr id="34835" name="Picture 29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949" y="774"/>
                    <a:ext cx="3861" cy="276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34836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250" y="2856"/>
                    <a:ext cx="886" cy="175"/>
                  </a:xfrm>
                  <a:prstGeom prst="rect">
                    <a:avLst/>
                  </a:prstGeom>
                  <a:solidFill>
                    <a:srgbClr val="FF0000">
                      <a:alpha val="50195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nl-BE"/>
                  </a:p>
                </p:txBody>
              </p:sp>
            </p:grpSp>
            <p:sp>
              <p:nvSpPr>
                <p:cNvPr id="34834" name="Rectangle 31"/>
                <p:cNvSpPr>
                  <a:spLocks noChangeArrowheads="1"/>
                </p:cNvSpPr>
                <p:nvPr/>
              </p:nvSpPr>
              <p:spPr bwMode="auto">
                <a:xfrm>
                  <a:off x="2243" y="2405"/>
                  <a:ext cx="886" cy="175"/>
                </a:xfrm>
                <a:prstGeom prst="rect">
                  <a:avLst/>
                </a:prstGeom>
                <a:solidFill>
                  <a:schemeClr val="accent2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  <p:grpSp>
            <p:nvGrpSpPr>
              <p:cNvPr id="34827" name="Group 32"/>
              <p:cNvGrpSpPr>
                <a:grpSpLocks/>
              </p:cNvGrpSpPr>
              <p:nvPr/>
            </p:nvGrpSpPr>
            <p:grpSpPr bwMode="auto">
              <a:xfrm>
                <a:off x="1498" y="796"/>
                <a:ext cx="2665" cy="748"/>
                <a:chOff x="1498" y="796"/>
                <a:chExt cx="2665" cy="748"/>
              </a:xfrm>
            </p:grpSpPr>
            <p:sp>
              <p:nvSpPr>
                <p:cNvPr id="34828" name="Rectangle 33"/>
                <p:cNvSpPr>
                  <a:spLocks noChangeArrowheads="1"/>
                </p:cNvSpPr>
                <p:nvPr/>
              </p:nvSpPr>
              <p:spPr bwMode="auto">
                <a:xfrm>
                  <a:off x="1995" y="798"/>
                  <a:ext cx="585" cy="27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  <p:sp>
              <p:nvSpPr>
                <p:cNvPr id="34829" name="Rectangle 34"/>
                <p:cNvSpPr>
                  <a:spLocks noChangeArrowheads="1"/>
                </p:cNvSpPr>
                <p:nvPr/>
              </p:nvSpPr>
              <p:spPr bwMode="auto">
                <a:xfrm>
                  <a:off x="3017" y="796"/>
                  <a:ext cx="585" cy="27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  <p:sp>
              <p:nvSpPr>
                <p:cNvPr id="34830" name="Rectangle 35"/>
                <p:cNvSpPr>
                  <a:spLocks noChangeArrowheads="1"/>
                </p:cNvSpPr>
                <p:nvPr/>
              </p:nvSpPr>
              <p:spPr bwMode="auto">
                <a:xfrm>
                  <a:off x="1498" y="1272"/>
                  <a:ext cx="585" cy="27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  <p:sp>
              <p:nvSpPr>
                <p:cNvPr id="34831" name="Rectangle 36"/>
                <p:cNvSpPr>
                  <a:spLocks noChangeArrowheads="1"/>
                </p:cNvSpPr>
                <p:nvPr/>
              </p:nvSpPr>
              <p:spPr bwMode="auto">
                <a:xfrm>
                  <a:off x="2521" y="1272"/>
                  <a:ext cx="585" cy="27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  <p:sp>
              <p:nvSpPr>
                <p:cNvPr id="34832" name="Rectangle 37"/>
                <p:cNvSpPr>
                  <a:spLocks noChangeArrowheads="1"/>
                </p:cNvSpPr>
                <p:nvPr/>
              </p:nvSpPr>
              <p:spPr bwMode="auto">
                <a:xfrm>
                  <a:off x="3578" y="1266"/>
                  <a:ext cx="585" cy="272"/>
                </a:xfrm>
                <a:prstGeom prst="rect">
                  <a:avLst/>
                </a:prstGeom>
                <a:solidFill>
                  <a:schemeClr val="accent1">
                    <a:alpha val="50195"/>
                  </a:schemeClr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nl-BE"/>
                </a:p>
              </p:txBody>
            </p:sp>
          </p:grpSp>
        </p:grpSp>
        <p:sp>
          <p:nvSpPr>
            <p:cNvPr id="34825" name="Rectangle 13"/>
            <p:cNvSpPr>
              <a:spLocks noChangeArrowheads="1"/>
            </p:cNvSpPr>
            <p:nvPr/>
          </p:nvSpPr>
          <p:spPr bwMode="auto">
            <a:xfrm>
              <a:off x="970" y="797"/>
              <a:ext cx="572" cy="272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34823" name="Line 5"/>
          <p:cNvSpPr>
            <a:spLocks noChangeShapeType="1"/>
          </p:cNvSpPr>
          <p:nvPr/>
        </p:nvSpPr>
        <p:spPr bwMode="auto">
          <a:xfrm>
            <a:off x="941388" y="3046413"/>
            <a:ext cx="728027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microkernelarchitectuur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2" cstate="print"/>
          <a:srcRect l="51041"/>
          <a:stretch>
            <a:fillRect/>
          </a:stretch>
        </p:blipFill>
        <p:spPr bwMode="auto">
          <a:xfrm>
            <a:off x="2236788" y="1201738"/>
            <a:ext cx="466725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Line 5"/>
          <p:cNvSpPr>
            <a:spLocks noChangeShapeType="1"/>
          </p:cNvSpPr>
          <p:nvPr/>
        </p:nvSpPr>
        <p:spPr bwMode="auto">
          <a:xfrm>
            <a:off x="909638" y="4171950"/>
            <a:ext cx="72802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3640138" y="1671638"/>
            <a:ext cx="403225" cy="23907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4795838" y="1658938"/>
            <a:ext cx="1511300" cy="2401887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modulaire kernel</a:t>
            </a:r>
          </a:p>
        </p:txBody>
      </p:sp>
      <p:grpSp>
        <p:nvGrpSpPr>
          <p:cNvPr id="36867" name="Group 14"/>
          <p:cNvGrpSpPr>
            <a:grpSpLocks/>
          </p:cNvGrpSpPr>
          <p:nvPr/>
        </p:nvGrpSpPr>
        <p:grpSpPr bwMode="auto">
          <a:xfrm>
            <a:off x="1270000" y="908050"/>
            <a:ext cx="6604000" cy="5719763"/>
            <a:chOff x="800" y="572"/>
            <a:chExt cx="4160" cy="3603"/>
          </a:xfrm>
        </p:grpSpPr>
        <p:pic>
          <p:nvPicPr>
            <p:cNvPr id="3686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00" y="572"/>
              <a:ext cx="4160" cy="36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69" name="Oval 5"/>
            <p:cNvSpPr>
              <a:spLocks noChangeAspect="1" noChangeArrowheads="1"/>
            </p:cNvSpPr>
            <p:nvPr/>
          </p:nvSpPr>
          <p:spPr bwMode="auto">
            <a:xfrm>
              <a:off x="2632" y="834"/>
              <a:ext cx="508" cy="510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6870" name="Oval 6"/>
            <p:cNvSpPr>
              <a:spLocks noChangeAspect="1" noChangeArrowheads="1"/>
            </p:cNvSpPr>
            <p:nvPr/>
          </p:nvSpPr>
          <p:spPr bwMode="auto">
            <a:xfrm>
              <a:off x="3744" y="2756"/>
              <a:ext cx="507" cy="517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6871" name="Oval 7"/>
            <p:cNvSpPr>
              <a:spLocks noChangeAspect="1" noChangeArrowheads="1"/>
            </p:cNvSpPr>
            <p:nvPr/>
          </p:nvSpPr>
          <p:spPr bwMode="auto">
            <a:xfrm>
              <a:off x="3740" y="1470"/>
              <a:ext cx="515" cy="510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6872" name="Oval 8"/>
            <p:cNvSpPr>
              <a:spLocks noChangeAspect="1" noChangeArrowheads="1"/>
            </p:cNvSpPr>
            <p:nvPr/>
          </p:nvSpPr>
          <p:spPr bwMode="auto">
            <a:xfrm>
              <a:off x="2641" y="3394"/>
              <a:ext cx="507" cy="517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6873" name="Oval 9"/>
            <p:cNvSpPr>
              <a:spLocks noChangeAspect="1" noChangeArrowheads="1"/>
            </p:cNvSpPr>
            <p:nvPr/>
          </p:nvSpPr>
          <p:spPr bwMode="auto">
            <a:xfrm>
              <a:off x="1525" y="2749"/>
              <a:ext cx="508" cy="510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6874" name="Oval 10"/>
            <p:cNvSpPr>
              <a:spLocks noChangeAspect="1" noChangeArrowheads="1"/>
            </p:cNvSpPr>
            <p:nvPr/>
          </p:nvSpPr>
          <p:spPr bwMode="auto">
            <a:xfrm>
              <a:off x="1523" y="1473"/>
              <a:ext cx="507" cy="516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6875" name="Oval 13"/>
            <p:cNvSpPr>
              <a:spLocks noChangeAspect="1" noChangeArrowheads="1"/>
            </p:cNvSpPr>
            <p:nvPr/>
          </p:nvSpPr>
          <p:spPr bwMode="auto">
            <a:xfrm>
              <a:off x="2498" y="1978"/>
              <a:ext cx="774" cy="769"/>
            </a:xfrm>
            <a:prstGeom prst="ellipse">
              <a:avLst/>
            </a:prstGeom>
            <a:solidFill>
              <a:srgbClr val="FF00FF">
                <a:alpha val="50195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nl-NL"/>
              <a:t>architectuur Windows NT</a:t>
            </a: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5663" y="1160463"/>
            <a:ext cx="7431087" cy="453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2" name="Group 57"/>
          <p:cNvGrpSpPr>
            <a:grpSpLocks/>
          </p:cNvGrpSpPr>
          <p:nvPr/>
        </p:nvGrpSpPr>
        <p:grpSpPr bwMode="auto">
          <a:xfrm>
            <a:off x="676275" y="3265488"/>
            <a:ext cx="7791450" cy="685800"/>
            <a:chOff x="426" y="2057"/>
            <a:chExt cx="4908" cy="432"/>
          </a:xfrm>
        </p:grpSpPr>
        <p:sp>
          <p:nvSpPr>
            <p:cNvPr id="37918" name="Line 5"/>
            <p:cNvSpPr>
              <a:spLocks noChangeShapeType="1"/>
            </p:cNvSpPr>
            <p:nvPr/>
          </p:nvSpPr>
          <p:spPr bwMode="auto">
            <a:xfrm>
              <a:off x="1282" y="2472"/>
              <a:ext cx="405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19" name="Line 6"/>
            <p:cNvSpPr>
              <a:spLocks noChangeShapeType="1"/>
            </p:cNvSpPr>
            <p:nvPr/>
          </p:nvSpPr>
          <p:spPr bwMode="auto">
            <a:xfrm>
              <a:off x="426" y="2070"/>
              <a:ext cx="864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20" name="Line 7"/>
            <p:cNvSpPr>
              <a:spLocks noChangeShapeType="1"/>
            </p:cNvSpPr>
            <p:nvPr/>
          </p:nvSpPr>
          <p:spPr bwMode="auto">
            <a:xfrm flipH="1" flipV="1">
              <a:off x="1288" y="2057"/>
              <a:ext cx="0" cy="432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6048375" y="4400550"/>
            <a:ext cx="1104900" cy="58896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1593850" y="4406900"/>
            <a:ext cx="3014663" cy="1082675"/>
            <a:chOff x="1004" y="2776"/>
            <a:chExt cx="1899" cy="682"/>
          </a:xfrm>
        </p:grpSpPr>
        <p:sp>
          <p:nvSpPr>
            <p:cNvPr id="37915" name="Rectangle 11"/>
            <p:cNvSpPr>
              <a:spLocks noChangeArrowheads="1"/>
            </p:cNvSpPr>
            <p:nvPr/>
          </p:nvSpPr>
          <p:spPr bwMode="auto">
            <a:xfrm>
              <a:off x="1014" y="3289"/>
              <a:ext cx="1889" cy="1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16" name="Rectangle 13"/>
            <p:cNvSpPr>
              <a:spLocks noChangeArrowheads="1"/>
            </p:cNvSpPr>
            <p:nvPr/>
          </p:nvSpPr>
          <p:spPr bwMode="auto">
            <a:xfrm>
              <a:off x="1009" y="2776"/>
              <a:ext cx="690" cy="363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17" name="Rectangle 15"/>
            <p:cNvSpPr>
              <a:spLocks noChangeArrowheads="1"/>
            </p:cNvSpPr>
            <p:nvPr/>
          </p:nvSpPr>
          <p:spPr bwMode="auto">
            <a:xfrm>
              <a:off x="1004" y="2975"/>
              <a:ext cx="501" cy="32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7264400" y="4306888"/>
            <a:ext cx="877888" cy="546100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4514850" y="1852613"/>
            <a:ext cx="1250950" cy="1120775"/>
            <a:chOff x="2844" y="1167"/>
            <a:chExt cx="788" cy="706"/>
          </a:xfrm>
        </p:grpSpPr>
        <p:grpSp>
          <p:nvGrpSpPr>
            <p:cNvPr id="37907" name="Group 23"/>
            <p:cNvGrpSpPr>
              <a:grpSpLocks/>
            </p:cNvGrpSpPr>
            <p:nvPr/>
          </p:nvGrpSpPr>
          <p:grpSpPr bwMode="auto">
            <a:xfrm>
              <a:off x="2844" y="1492"/>
              <a:ext cx="784" cy="381"/>
              <a:chOff x="2844" y="1492"/>
              <a:chExt cx="784" cy="381"/>
            </a:xfrm>
          </p:grpSpPr>
          <p:sp>
            <p:nvSpPr>
              <p:cNvPr id="37912" name="Rectangle 20"/>
              <p:cNvSpPr>
                <a:spLocks noChangeArrowheads="1"/>
              </p:cNvSpPr>
              <p:nvPr/>
            </p:nvSpPr>
            <p:spPr bwMode="auto">
              <a:xfrm>
                <a:off x="2844" y="1704"/>
                <a:ext cx="652" cy="169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7913" name="Rectangle 21"/>
              <p:cNvSpPr>
                <a:spLocks noChangeArrowheads="1"/>
              </p:cNvSpPr>
              <p:nvPr/>
            </p:nvSpPr>
            <p:spPr bwMode="auto">
              <a:xfrm>
                <a:off x="2913" y="1610"/>
                <a:ext cx="652" cy="169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7914" name="Rectangle 22"/>
              <p:cNvSpPr>
                <a:spLocks noChangeArrowheads="1"/>
              </p:cNvSpPr>
              <p:nvPr/>
            </p:nvSpPr>
            <p:spPr bwMode="auto">
              <a:xfrm>
                <a:off x="2976" y="1492"/>
                <a:ext cx="652" cy="169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grpSp>
          <p:nvGrpSpPr>
            <p:cNvPr id="37908" name="Group 39"/>
            <p:cNvGrpSpPr>
              <a:grpSpLocks/>
            </p:cNvGrpSpPr>
            <p:nvPr/>
          </p:nvGrpSpPr>
          <p:grpSpPr bwMode="auto">
            <a:xfrm>
              <a:off x="2849" y="1167"/>
              <a:ext cx="783" cy="555"/>
              <a:chOff x="2849" y="1167"/>
              <a:chExt cx="783" cy="555"/>
            </a:xfrm>
          </p:grpSpPr>
          <p:sp>
            <p:nvSpPr>
              <p:cNvPr id="37909" name="Rectangle 24"/>
              <p:cNvSpPr>
                <a:spLocks noChangeArrowheads="1"/>
              </p:cNvSpPr>
              <p:nvPr/>
            </p:nvSpPr>
            <p:spPr bwMode="auto">
              <a:xfrm>
                <a:off x="2982" y="1167"/>
                <a:ext cx="650" cy="3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7910" name="Rectangle 25"/>
              <p:cNvSpPr>
                <a:spLocks noChangeArrowheads="1"/>
              </p:cNvSpPr>
              <p:nvPr/>
            </p:nvSpPr>
            <p:spPr bwMode="auto">
              <a:xfrm>
                <a:off x="2909" y="1263"/>
                <a:ext cx="650" cy="3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7911" name="Rectangle 26"/>
              <p:cNvSpPr>
                <a:spLocks noChangeArrowheads="1"/>
              </p:cNvSpPr>
              <p:nvPr/>
            </p:nvSpPr>
            <p:spPr bwMode="auto">
              <a:xfrm>
                <a:off x="2849" y="1378"/>
                <a:ext cx="650" cy="3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2751138" y="5216525"/>
            <a:ext cx="4400550" cy="411163"/>
            <a:chOff x="1733" y="3286"/>
            <a:chExt cx="2772" cy="259"/>
          </a:xfrm>
        </p:grpSpPr>
        <p:sp>
          <p:nvSpPr>
            <p:cNvPr id="37905" name="Rectangle 9"/>
            <p:cNvSpPr>
              <a:spLocks noChangeArrowheads="1"/>
            </p:cNvSpPr>
            <p:nvPr/>
          </p:nvSpPr>
          <p:spPr bwMode="auto">
            <a:xfrm>
              <a:off x="2902" y="3286"/>
              <a:ext cx="1603" cy="168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06" name="Rectangle 10"/>
            <p:cNvSpPr>
              <a:spLocks noChangeArrowheads="1"/>
            </p:cNvSpPr>
            <p:nvPr/>
          </p:nvSpPr>
          <p:spPr bwMode="auto">
            <a:xfrm>
              <a:off x="1733" y="3376"/>
              <a:ext cx="1883" cy="1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5867400" y="1868488"/>
            <a:ext cx="1252538" cy="842962"/>
            <a:chOff x="3696" y="1177"/>
            <a:chExt cx="789" cy="531"/>
          </a:xfrm>
        </p:grpSpPr>
        <p:sp>
          <p:nvSpPr>
            <p:cNvPr id="37902" name="Rectangle 29"/>
            <p:cNvSpPr>
              <a:spLocks noChangeArrowheads="1"/>
            </p:cNvSpPr>
            <p:nvPr/>
          </p:nvSpPr>
          <p:spPr bwMode="auto">
            <a:xfrm>
              <a:off x="3797" y="1361"/>
              <a:ext cx="598" cy="34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03" name="Rectangle 30"/>
            <p:cNvSpPr>
              <a:spLocks noChangeArrowheads="1"/>
            </p:cNvSpPr>
            <p:nvPr/>
          </p:nvSpPr>
          <p:spPr bwMode="auto">
            <a:xfrm>
              <a:off x="3887" y="1177"/>
              <a:ext cx="598" cy="34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7904" name="Rectangle 31"/>
            <p:cNvSpPr>
              <a:spLocks noChangeArrowheads="1"/>
            </p:cNvSpPr>
            <p:nvPr/>
          </p:nvSpPr>
          <p:spPr bwMode="auto">
            <a:xfrm>
              <a:off x="3696" y="1527"/>
              <a:ext cx="585" cy="181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82986" name="Rectangle 42"/>
          <p:cNvSpPr>
            <a:spLocks noChangeArrowheads="1"/>
          </p:cNvSpPr>
          <p:nvPr/>
        </p:nvSpPr>
        <p:spPr bwMode="auto">
          <a:xfrm>
            <a:off x="2686050" y="4414838"/>
            <a:ext cx="1136650" cy="576262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82990" name="Rectangle 46"/>
          <p:cNvSpPr>
            <a:spLocks noChangeArrowheads="1"/>
          </p:cNvSpPr>
          <p:nvPr/>
        </p:nvSpPr>
        <p:spPr bwMode="auto">
          <a:xfrm>
            <a:off x="3811588" y="4400550"/>
            <a:ext cx="1136650" cy="5762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82991" name="Rectangle 47"/>
          <p:cNvSpPr>
            <a:spLocks noChangeArrowheads="1"/>
          </p:cNvSpPr>
          <p:nvPr/>
        </p:nvSpPr>
        <p:spPr bwMode="auto">
          <a:xfrm>
            <a:off x="4927600" y="4410075"/>
            <a:ext cx="1136650" cy="5762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6" grpId="0" animBg="1"/>
      <p:bldP spid="82960" grpId="0" animBg="1"/>
      <p:bldP spid="82986" grpId="0" animBg="1"/>
      <p:bldP spid="82990" grpId="0" animBg="1"/>
      <p:bldP spid="8299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nl-NL"/>
              <a:t>architectuur Windows NT</a:t>
            </a:r>
          </a:p>
        </p:txBody>
      </p:sp>
      <p:pic>
        <p:nvPicPr>
          <p:cNvPr id="38915" name="Picture 46"/>
          <p:cNvPicPr>
            <a:picLocks noChangeAspect="1" noChangeArrowheads="1"/>
          </p:cNvPicPr>
          <p:nvPr/>
        </p:nvPicPr>
        <p:blipFill>
          <a:blip r:embed="rId2" cstate="print"/>
          <a:srcRect l="290"/>
          <a:stretch>
            <a:fillRect/>
          </a:stretch>
        </p:blipFill>
        <p:spPr bwMode="auto">
          <a:xfrm>
            <a:off x="192088" y="1700213"/>
            <a:ext cx="8761412" cy="274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nl-NL"/>
              <a:t>architectuur Windows NT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5663" y="1160463"/>
            <a:ext cx="7431087" cy="453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9940" name="Group 4"/>
          <p:cNvGrpSpPr>
            <a:grpSpLocks/>
          </p:cNvGrpSpPr>
          <p:nvPr/>
        </p:nvGrpSpPr>
        <p:grpSpPr bwMode="auto">
          <a:xfrm>
            <a:off x="676275" y="3265488"/>
            <a:ext cx="7791450" cy="685800"/>
            <a:chOff x="426" y="2057"/>
            <a:chExt cx="4908" cy="432"/>
          </a:xfrm>
        </p:grpSpPr>
        <p:sp>
          <p:nvSpPr>
            <p:cNvPr id="39979" name="Line 5"/>
            <p:cNvSpPr>
              <a:spLocks noChangeShapeType="1"/>
            </p:cNvSpPr>
            <p:nvPr/>
          </p:nvSpPr>
          <p:spPr bwMode="auto">
            <a:xfrm>
              <a:off x="1282" y="2472"/>
              <a:ext cx="405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80" name="Line 6"/>
            <p:cNvSpPr>
              <a:spLocks noChangeShapeType="1"/>
            </p:cNvSpPr>
            <p:nvPr/>
          </p:nvSpPr>
          <p:spPr bwMode="auto">
            <a:xfrm>
              <a:off x="426" y="2070"/>
              <a:ext cx="864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81" name="Line 7"/>
            <p:cNvSpPr>
              <a:spLocks noChangeShapeType="1"/>
            </p:cNvSpPr>
            <p:nvPr/>
          </p:nvSpPr>
          <p:spPr bwMode="auto">
            <a:xfrm flipH="1" flipV="1">
              <a:off x="1288" y="2057"/>
              <a:ext cx="0" cy="432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39941" name="Rectangle 8"/>
          <p:cNvSpPr>
            <a:spLocks noChangeArrowheads="1"/>
          </p:cNvSpPr>
          <p:nvPr/>
        </p:nvSpPr>
        <p:spPr bwMode="auto">
          <a:xfrm>
            <a:off x="6048375" y="4400550"/>
            <a:ext cx="1104900" cy="588963"/>
          </a:xfrm>
          <a:prstGeom prst="rect">
            <a:avLst/>
          </a:prstGeom>
          <a:solidFill>
            <a:srgbClr val="FF00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139273" name="Rectangle 9"/>
          <p:cNvSpPr>
            <a:spLocks noChangeArrowheads="1"/>
          </p:cNvSpPr>
          <p:nvPr/>
        </p:nvSpPr>
        <p:spPr bwMode="auto">
          <a:xfrm>
            <a:off x="904875" y="3389313"/>
            <a:ext cx="908050" cy="504825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grpSp>
        <p:nvGrpSpPr>
          <p:cNvPr id="39943" name="Group 10"/>
          <p:cNvGrpSpPr>
            <a:grpSpLocks/>
          </p:cNvGrpSpPr>
          <p:nvPr/>
        </p:nvGrpSpPr>
        <p:grpSpPr bwMode="auto">
          <a:xfrm>
            <a:off x="1593850" y="4406900"/>
            <a:ext cx="3014663" cy="1082675"/>
            <a:chOff x="1004" y="2776"/>
            <a:chExt cx="1899" cy="682"/>
          </a:xfrm>
        </p:grpSpPr>
        <p:sp>
          <p:nvSpPr>
            <p:cNvPr id="39976" name="Rectangle 11"/>
            <p:cNvSpPr>
              <a:spLocks noChangeArrowheads="1"/>
            </p:cNvSpPr>
            <p:nvPr/>
          </p:nvSpPr>
          <p:spPr bwMode="auto">
            <a:xfrm>
              <a:off x="1014" y="3289"/>
              <a:ext cx="1889" cy="1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77" name="Rectangle 12"/>
            <p:cNvSpPr>
              <a:spLocks noChangeArrowheads="1"/>
            </p:cNvSpPr>
            <p:nvPr/>
          </p:nvSpPr>
          <p:spPr bwMode="auto">
            <a:xfrm>
              <a:off x="1009" y="2776"/>
              <a:ext cx="690" cy="363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78" name="Rectangle 13"/>
            <p:cNvSpPr>
              <a:spLocks noChangeArrowheads="1"/>
            </p:cNvSpPr>
            <p:nvPr/>
          </p:nvSpPr>
          <p:spPr bwMode="auto">
            <a:xfrm>
              <a:off x="1004" y="2975"/>
              <a:ext cx="501" cy="324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39944" name="Rectangle 14"/>
          <p:cNvSpPr>
            <a:spLocks noChangeArrowheads="1"/>
          </p:cNvSpPr>
          <p:nvPr/>
        </p:nvSpPr>
        <p:spPr bwMode="auto">
          <a:xfrm>
            <a:off x="7264400" y="4306888"/>
            <a:ext cx="877888" cy="546100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grpSp>
        <p:nvGrpSpPr>
          <p:cNvPr id="39945" name="Group 15"/>
          <p:cNvGrpSpPr>
            <a:grpSpLocks/>
          </p:cNvGrpSpPr>
          <p:nvPr/>
        </p:nvGrpSpPr>
        <p:grpSpPr bwMode="auto">
          <a:xfrm>
            <a:off x="4514850" y="1852613"/>
            <a:ext cx="1250950" cy="1120775"/>
            <a:chOff x="2844" y="1167"/>
            <a:chExt cx="788" cy="706"/>
          </a:xfrm>
        </p:grpSpPr>
        <p:grpSp>
          <p:nvGrpSpPr>
            <p:cNvPr id="39968" name="Group 16"/>
            <p:cNvGrpSpPr>
              <a:grpSpLocks/>
            </p:cNvGrpSpPr>
            <p:nvPr/>
          </p:nvGrpSpPr>
          <p:grpSpPr bwMode="auto">
            <a:xfrm>
              <a:off x="2844" y="1492"/>
              <a:ext cx="784" cy="381"/>
              <a:chOff x="2844" y="1492"/>
              <a:chExt cx="784" cy="381"/>
            </a:xfrm>
          </p:grpSpPr>
          <p:sp>
            <p:nvSpPr>
              <p:cNvPr id="39973" name="Rectangle 17"/>
              <p:cNvSpPr>
                <a:spLocks noChangeArrowheads="1"/>
              </p:cNvSpPr>
              <p:nvPr/>
            </p:nvSpPr>
            <p:spPr bwMode="auto">
              <a:xfrm>
                <a:off x="2844" y="1704"/>
                <a:ext cx="652" cy="169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9974" name="Rectangle 18"/>
              <p:cNvSpPr>
                <a:spLocks noChangeArrowheads="1"/>
              </p:cNvSpPr>
              <p:nvPr/>
            </p:nvSpPr>
            <p:spPr bwMode="auto">
              <a:xfrm>
                <a:off x="2913" y="1610"/>
                <a:ext cx="652" cy="169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9975" name="Rectangle 19"/>
              <p:cNvSpPr>
                <a:spLocks noChangeArrowheads="1"/>
              </p:cNvSpPr>
              <p:nvPr/>
            </p:nvSpPr>
            <p:spPr bwMode="auto">
              <a:xfrm>
                <a:off x="2976" y="1492"/>
                <a:ext cx="652" cy="169"/>
              </a:xfrm>
              <a:prstGeom prst="rect">
                <a:avLst/>
              </a:prstGeom>
              <a:solidFill>
                <a:srgbClr val="FFFF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  <p:grpSp>
          <p:nvGrpSpPr>
            <p:cNvPr id="39969" name="Group 20"/>
            <p:cNvGrpSpPr>
              <a:grpSpLocks/>
            </p:cNvGrpSpPr>
            <p:nvPr/>
          </p:nvGrpSpPr>
          <p:grpSpPr bwMode="auto">
            <a:xfrm>
              <a:off x="2849" y="1167"/>
              <a:ext cx="783" cy="555"/>
              <a:chOff x="2849" y="1167"/>
              <a:chExt cx="783" cy="555"/>
            </a:xfrm>
          </p:grpSpPr>
          <p:sp>
            <p:nvSpPr>
              <p:cNvPr id="39970" name="Rectangle 21"/>
              <p:cNvSpPr>
                <a:spLocks noChangeArrowheads="1"/>
              </p:cNvSpPr>
              <p:nvPr/>
            </p:nvSpPr>
            <p:spPr bwMode="auto">
              <a:xfrm>
                <a:off x="2982" y="1167"/>
                <a:ext cx="650" cy="3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9971" name="Rectangle 22"/>
              <p:cNvSpPr>
                <a:spLocks noChangeArrowheads="1"/>
              </p:cNvSpPr>
              <p:nvPr/>
            </p:nvSpPr>
            <p:spPr bwMode="auto">
              <a:xfrm>
                <a:off x="2909" y="1263"/>
                <a:ext cx="650" cy="3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  <p:sp>
            <p:nvSpPr>
              <p:cNvPr id="39972" name="Rectangle 23"/>
              <p:cNvSpPr>
                <a:spLocks noChangeArrowheads="1"/>
              </p:cNvSpPr>
              <p:nvPr/>
            </p:nvSpPr>
            <p:spPr bwMode="auto">
              <a:xfrm>
                <a:off x="2849" y="1378"/>
                <a:ext cx="650" cy="3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nl-BE"/>
              </a:p>
            </p:txBody>
          </p:sp>
        </p:grp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1587500" y="3257550"/>
            <a:ext cx="5570538" cy="1951038"/>
            <a:chOff x="1000" y="2052"/>
            <a:chExt cx="3509" cy="1229"/>
          </a:xfrm>
        </p:grpSpPr>
        <p:sp>
          <p:nvSpPr>
            <p:cNvPr id="39965" name="Rectangle 25"/>
            <p:cNvSpPr>
              <a:spLocks noChangeArrowheads="1"/>
            </p:cNvSpPr>
            <p:nvPr/>
          </p:nvSpPr>
          <p:spPr bwMode="auto">
            <a:xfrm>
              <a:off x="1354" y="2052"/>
              <a:ext cx="3155" cy="169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66" name="Rectangle 26"/>
            <p:cNvSpPr>
              <a:spLocks noChangeArrowheads="1"/>
            </p:cNvSpPr>
            <p:nvPr/>
          </p:nvSpPr>
          <p:spPr bwMode="auto">
            <a:xfrm>
              <a:off x="1000" y="2624"/>
              <a:ext cx="3508" cy="15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67" name="Rectangle 27"/>
            <p:cNvSpPr>
              <a:spLocks noChangeArrowheads="1"/>
            </p:cNvSpPr>
            <p:nvPr/>
          </p:nvSpPr>
          <p:spPr bwMode="auto">
            <a:xfrm>
              <a:off x="1513" y="3145"/>
              <a:ext cx="2980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39947" name="Group 28"/>
          <p:cNvGrpSpPr>
            <a:grpSpLocks/>
          </p:cNvGrpSpPr>
          <p:nvPr/>
        </p:nvGrpSpPr>
        <p:grpSpPr bwMode="auto">
          <a:xfrm>
            <a:off x="2751138" y="5216525"/>
            <a:ext cx="4400550" cy="411163"/>
            <a:chOff x="1733" y="3286"/>
            <a:chExt cx="2772" cy="259"/>
          </a:xfrm>
        </p:grpSpPr>
        <p:sp>
          <p:nvSpPr>
            <p:cNvPr id="39963" name="Rectangle 29"/>
            <p:cNvSpPr>
              <a:spLocks noChangeArrowheads="1"/>
            </p:cNvSpPr>
            <p:nvPr/>
          </p:nvSpPr>
          <p:spPr bwMode="auto">
            <a:xfrm>
              <a:off x="2902" y="3286"/>
              <a:ext cx="1603" cy="168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64" name="Rectangle 30"/>
            <p:cNvSpPr>
              <a:spLocks noChangeArrowheads="1"/>
            </p:cNvSpPr>
            <p:nvPr/>
          </p:nvSpPr>
          <p:spPr bwMode="auto">
            <a:xfrm>
              <a:off x="1733" y="3376"/>
              <a:ext cx="1883" cy="169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39948" name="Group 31"/>
          <p:cNvGrpSpPr>
            <a:grpSpLocks/>
          </p:cNvGrpSpPr>
          <p:nvPr/>
        </p:nvGrpSpPr>
        <p:grpSpPr bwMode="auto">
          <a:xfrm>
            <a:off x="5867400" y="1868488"/>
            <a:ext cx="1252538" cy="842962"/>
            <a:chOff x="3696" y="1177"/>
            <a:chExt cx="789" cy="531"/>
          </a:xfrm>
        </p:grpSpPr>
        <p:sp>
          <p:nvSpPr>
            <p:cNvPr id="39960" name="Rectangle 32"/>
            <p:cNvSpPr>
              <a:spLocks noChangeArrowheads="1"/>
            </p:cNvSpPr>
            <p:nvPr/>
          </p:nvSpPr>
          <p:spPr bwMode="auto">
            <a:xfrm>
              <a:off x="3797" y="1361"/>
              <a:ext cx="598" cy="34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61" name="Rectangle 33"/>
            <p:cNvSpPr>
              <a:spLocks noChangeArrowheads="1"/>
            </p:cNvSpPr>
            <p:nvPr/>
          </p:nvSpPr>
          <p:spPr bwMode="auto">
            <a:xfrm>
              <a:off x="3887" y="1177"/>
              <a:ext cx="598" cy="34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62" name="Rectangle 34"/>
            <p:cNvSpPr>
              <a:spLocks noChangeArrowheads="1"/>
            </p:cNvSpPr>
            <p:nvPr/>
          </p:nvSpPr>
          <p:spPr bwMode="auto">
            <a:xfrm>
              <a:off x="3696" y="1527"/>
              <a:ext cx="585" cy="181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1889125" y="1377950"/>
            <a:ext cx="2713038" cy="1352550"/>
            <a:chOff x="1190" y="868"/>
            <a:chExt cx="1709" cy="852"/>
          </a:xfrm>
        </p:grpSpPr>
        <p:sp>
          <p:nvSpPr>
            <p:cNvPr id="39953" name="Rectangle 36"/>
            <p:cNvSpPr>
              <a:spLocks noChangeArrowheads="1"/>
            </p:cNvSpPr>
            <p:nvPr/>
          </p:nvSpPr>
          <p:spPr bwMode="auto">
            <a:xfrm>
              <a:off x="2006" y="1369"/>
              <a:ext cx="624" cy="3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54" name="Rectangle 37"/>
            <p:cNvSpPr>
              <a:spLocks noChangeArrowheads="1"/>
            </p:cNvSpPr>
            <p:nvPr/>
          </p:nvSpPr>
          <p:spPr bwMode="auto">
            <a:xfrm>
              <a:off x="2116" y="1191"/>
              <a:ext cx="618" cy="3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55" name="Rectangle 38"/>
            <p:cNvSpPr>
              <a:spLocks noChangeArrowheads="1"/>
            </p:cNvSpPr>
            <p:nvPr/>
          </p:nvSpPr>
          <p:spPr bwMode="auto">
            <a:xfrm>
              <a:off x="2204" y="1007"/>
              <a:ext cx="604" cy="3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56" name="Rectangle 39"/>
            <p:cNvSpPr>
              <a:spLocks noChangeArrowheads="1"/>
            </p:cNvSpPr>
            <p:nvPr/>
          </p:nvSpPr>
          <p:spPr bwMode="auto">
            <a:xfrm>
              <a:off x="2287" y="868"/>
              <a:ext cx="612" cy="343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57" name="Rectangle 40"/>
            <p:cNvSpPr>
              <a:spLocks noChangeArrowheads="1"/>
            </p:cNvSpPr>
            <p:nvPr/>
          </p:nvSpPr>
          <p:spPr bwMode="auto">
            <a:xfrm>
              <a:off x="1190" y="1376"/>
              <a:ext cx="598" cy="34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58" name="Rectangle 41"/>
            <p:cNvSpPr>
              <a:spLocks noChangeArrowheads="1"/>
            </p:cNvSpPr>
            <p:nvPr/>
          </p:nvSpPr>
          <p:spPr bwMode="auto">
            <a:xfrm>
              <a:off x="1364" y="1000"/>
              <a:ext cx="605" cy="3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39959" name="Rectangle 42"/>
            <p:cNvSpPr>
              <a:spLocks noChangeArrowheads="1"/>
            </p:cNvSpPr>
            <p:nvPr/>
          </p:nvSpPr>
          <p:spPr bwMode="auto">
            <a:xfrm>
              <a:off x="1271" y="1194"/>
              <a:ext cx="605" cy="3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  <p:sp>
        <p:nvSpPr>
          <p:cNvPr id="39950" name="Rectangle 43"/>
          <p:cNvSpPr>
            <a:spLocks noChangeArrowheads="1"/>
          </p:cNvSpPr>
          <p:nvPr/>
        </p:nvSpPr>
        <p:spPr bwMode="auto">
          <a:xfrm>
            <a:off x="2686050" y="4414838"/>
            <a:ext cx="1136650" cy="576262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9951" name="Rectangle 44"/>
          <p:cNvSpPr>
            <a:spLocks noChangeArrowheads="1"/>
          </p:cNvSpPr>
          <p:nvPr/>
        </p:nvSpPr>
        <p:spPr bwMode="auto">
          <a:xfrm>
            <a:off x="3811588" y="4400550"/>
            <a:ext cx="1136650" cy="5762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  <p:sp>
        <p:nvSpPr>
          <p:cNvPr id="39952" name="Rectangle 45"/>
          <p:cNvSpPr>
            <a:spLocks noChangeArrowheads="1"/>
          </p:cNvSpPr>
          <p:nvPr/>
        </p:nvSpPr>
        <p:spPr bwMode="auto">
          <a:xfrm>
            <a:off x="4927600" y="4410075"/>
            <a:ext cx="1136650" cy="5762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8138" y="850900"/>
            <a:ext cx="5929312" cy="592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architectuur UNIX</a:t>
            </a:r>
          </a:p>
        </p:txBody>
      </p:sp>
      <p:sp>
        <p:nvSpPr>
          <p:cNvPr id="40964" name="Oval 10"/>
          <p:cNvSpPr>
            <a:spLocks noChangeArrowheads="1"/>
          </p:cNvSpPr>
          <p:nvPr/>
        </p:nvSpPr>
        <p:spPr bwMode="auto">
          <a:xfrm>
            <a:off x="3105150" y="2363788"/>
            <a:ext cx="2895600" cy="2905125"/>
          </a:xfrm>
          <a:prstGeom prst="ellips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BE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architectuur UNIX</a:t>
            </a:r>
          </a:p>
        </p:txBody>
      </p:sp>
      <p:pic>
        <p:nvPicPr>
          <p:cNvPr id="41987" name="Picture 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813" y="847725"/>
            <a:ext cx="4525962" cy="601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0325" name="Picture 3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9813" y="847725"/>
            <a:ext cx="4525962" cy="601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0326" name="Picture 3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9813" y="847725"/>
            <a:ext cx="4525962" cy="601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990" name="Group 39"/>
          <p:cNvGrpSpPr>
            <a:grpSpLocks/>
          </p:cNvGrpSpPr>
          <p:nvPr/>
        </p:nvGrpSpPr>
        <p:grpSpPr bwMode="auto">
          <a:xfrm>
            <a:off x="0" y="2000250"/>
            <a:ext cx="9144000" cy="4208463"/>
            <a:chOff x="630" y="1260"/>
            <a:chExt cx="4588" cy="2651"/>
          </a:xfrm>
        </p:grpSpPr>
        <p:sp>
          <p:nvSpPr>
            <p:cNvPr id="41991" name="Line 24"/>
            <p:cNvSpPr>
              <a:spLocks noChangeShapeType="1"/>
            </p:cNvSpPr>
            <p:nvPr/>
          </p:nvSpPr>
          <p:spPr bwMode="auto">
            <a:xfrm>
              <a:off x="632" y="1260"/>
              <a:ext cx="4586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41992" name="Line 29"/>
            <p:cNvSpPr>
              <a:spLocks noChangeShapeType="1"/>
            </p:cNvSpPr>
            <p:nvPr/>
          </p:nvSpPr>
          <p:spPr bwMode="auto">
            <a:xfrm>
              <a:off x="630" y="3911"/>
              <a:ext cx="4586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563" y="1228725"/>
            <a:ext cx="7154862" cy="558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architectuur LINUX</a:t>
            </a:r>
          </a:p>
        </p:txBody>
      </p:sp>
      <p:grpSp>
        <p:nvGrpSpPr>
          <p:cNvPr id="43012" name="Group 54"/>
          <p:cNvGrpSpPr>
            <a:grpSpLocks/>
          </p:cNvGrpSpPr>
          <p:nvPr/>
        </p:nvGrpSpPr>
        <p:grpSpPr bwMode="auto">
          <a:xfrm>
            <a:off x="0" y="2000250"/>
            <a:ext cx="9144000" cy="4208463"/>
            <a:chOff x="630" y="1260"/>
            <a:chExt cx="4588" cy="2651"/>
          </a:xfrm>
        </p:grpSpPr>
        <p:sp>
          <p:nvSpPr>
            <p:cNvPr id="43013" name="Line 55"/>
            <p:cNvSpPr>
              <a:spLocks noChangeShapeType="1"/>
            </p:cNvSpPr>
            <p:nvPr/>
          </p:nvSpPr>
          <p:spPr bwMode="auto">
            <a:xfrm>
              <a:off x="632" y="1260"/>
              <a:ext cx="4586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  <p:sp>
          <p:nvSpPr>
            <p:cNvPr id="43014" name="Line 56"/>
            <p:cNvSpPr>
              <a:spLocks noChangeShapeType="1"/>
            </p:cNvSpPr>
            <p:nvPr/>
          </p:nvSpPr>
          <p:spPr bwMode="auto">
            <a:xfrm>
              <a:off x="630" y="3911"/>
              <a:ext cx="4586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nl-BE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D262F-831E-C5F3-B40F-024F9FB0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architectuur </a:t>
            </a:r>
            <a:r>
              <a:rPr lang="nl-BE" dirty="0" err="1"/>
              <a:t>MacOS</a:t>
            </a:r>
            <a:endParaRPr lang="en-US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4263B46F-DC54-F93B-5C29-D9BDD08F6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238" y="1616365"/>
            <a:ext cx="7854971" cy="4285672"/>
          </a:xfrm>
        </p:spPr>
      </p:pic>
    </p:spTree>
    <p:extLst>
      <p:ext uri="{BB962C8B-B14F-4D97-AF65-F5344CB8AC3E}">
        <p14:creationId xmlns:p14="http://schemas.microsoft.com/office/powerpoint/2010/main" val="30901013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architectuur Solaris</a:t>
            </a:r>
          </a:p>
        </p:txBody>
      </p:sp>
      <p:pic>
        <p:nvPicPr>
          <p:cNvPr id="44035" name="Picture 39"/>
          <p:cNvPicPr>
            <a:picLocks noChangeAspect="1" noChangeArrowheads="1"/>
          </p:cNvPicPr>
          <p:nvPr/>
        </p:nvPicPr>
        <p:blipFill>
          <a:blip r:embed="rId2" cstate="print"/>
          <a:srcRect b="208"/>
          <a:stretch>
            <a:fillRect/>
          </a:stretch>
        </p:blipFill>
        <p:spPr bwMode="auto">
          <a:xfrm>
            <a:off x="76200" y="1412875"/>
            <a:ext cx="9067800" cy="432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5017</TotalTime>
  <Words>298</Words>
  <Application>Microsoft Office PowerPoint</Application>
  <PresentationFormat>Diavoorstelling (4:3)</PresentationFormat>
  <Paragraphs>104</Paragraphs>
  <Slides>43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43</vt:i4>
      </vt:variant>
    </vt:vector>
  </HeadingPairs>
  <TitlesOfParts>
    <vt:vector size="47" baseType="lpstr">
      <vt:lpstr>Arial</vt:lpstr>
      <vt:lpstr>Courier New</vt:lpstr>
      <vt:lpstr>Times New Roman</vt:lpstr>
      <vt:lpstr>Blank Presentation</vt:lpstr>
      <vt:lpstr>Besturingssystemen</vt:lpstr>
      <vt:lpstr>overzicht besturingssystemen</vt:lpstr>
      <vt:lpstr>PowerPoint-presentatie</vt:lpstr>
      <vt:lpstr>PowerPoint-presentatie</vt:lpstr>
      <vt:lpstr>PowerPoint-presentatie</vt:lpstr>
      <vt:lpstr>PowerPoint-presentatie</vt:lpstr>
      <vt:lpstr>I/O</vt:lpstr>
      <vt:lpstr>Interrupts</vt:lpstr>
      <vt:lpstr>Interrupts</vt:lpstr>
      <vt:lpstr>Interrupts en I/O</vt:lpstr>
      <vt:lpstr>Interrupts en I/O</vt:lpstr>
      <vt:lpstr>instructiecyclus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overzicht besturingssystemen</vt:lpstr>
      <vt:lpstr>functie van besturingssystemen</vt:lpstr>
      <vt:lpstr>PowerPoint-presentatie</vt:lpstr>
      <vt:lpstr>PowerPoint-presentatie</vt:lpstr>
      <vt:lpstr>functie van besturingssystemen</vt:lpstr>
      <vt:lpstr>functie van besturingssystemen</vt:lpstr>
      <vt:lpstr>overzicht besturingssystemen</vt:lpstr>
      <vt:lpstr>kenmerken van moderne besturingssystemen</vt:lpstr>
      <vt:lpstr>multitasking</vt:lpstr>
      <vt:lpstr>multitasking</vt:lpstr>
      <vt:lpstr>multiprocessing</vt:lpstr>
      <vt:lpstr>multitasking en multiprocessing</vt:lpstr>
      <vt:lpstr>monolithische kernel</vt:lpstr>
      <vt:lpstr>gelaagde kernel</vt:lpstr>
      <vt:lpstr>microkernelarchitectuur</vt:lpstr>
      <vt:lpstr>microkernelarchitectuur</vt:lpstr>
      <vt:lpstr>modulaire kernel</vt:lpstr>
      <vt:lpstr>architectuur Windows NT</vt:lpstr>
      <vt:lpstr>architectuur Windows NT</vt:lpstr>
      <vt:lpstr>architectuur Windows NT</vt:lpstr>
      <vt:lpstr>architectuur UNIX</vt:lpstr>
      <vt:lpstr>architectuur UNIX</vt:lpstr>
      <vt:lpstr>architectuur LINUX</vt:lpstr>
      <vt:lpstr>architectuur MacOS</vt:lpstr>
      <vt:lpstr>architectuur Solaris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Wim Van den Breen</dc:creator>
  <cp:lastModifiedBy>Wim Van Den Breen</cp:lastModifiedBy>
  <cp:revision>128</cp:revision>
  <dcterms:created xsi:type="dcterms:W3CDTF">2000-02-03T17:16:46Z</dcterms:created>
  <dcterms:modified xsi:type="dcterms:W3CDTF">2024-02-19T12:04:59Z</dcterms:modified>
</cp:coreProperties>
</file>